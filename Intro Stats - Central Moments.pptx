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orbel" panose="020B0503020204020204" pitchFamily="34" charset="0"/>
      <p:regular r:id="rId11"/>
      <p:bold r:id="rId12"/>
      <p:italic r:id="rId13"/>
      <p:boldItalic r:id="rId14"/>
    </p:embeddedFont>
    <p:embeddedFont>
      <p:font typeface="Economica" panose="02000506040000020004" pitchFamily="2" charset="0"/>
      <p:regular r:id="rId15"/>
      <p:bold r:id="rId16"/>
      <p:italic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Sheet1!$A$2:$A$12001</cx:f>
        <cx:lvl ptCount="12000" formatCode="General">
          <cx:pt idx="0">46.58778401426801</cx:pt>
          <cx:pt idx="1">43.07970104751918</cx:pt>
          <cx:pt idx="2">55.97253281368868</cx:pt>
          <cx:pt idx="3">42.585933996476136</cx:pt>
          <cx:pt idx="4">56.106712805305456</cx:pt>
          <cx:pt idx="5">52.503753400700695</cx:pt>
          <cx:pt idx="6">57.336338941760218</cx:pt>
          <cx:pt idx="7">68.166797803004457</cx:pt>
          <cx:pt idx="8">47.432586775710845</cx:pt>
          <cx:pt idx="9">34.685726915864869</cx:pt>
          <cx:pt idx="10">40.652568752260009</cx:pt>
          <cx:pt idx="11">49.281818341702966</cx:pt>
          <cx:pt idx="12">50.558035093004356</cx:pt>
          <cx:pt idx="13">48.100589325147418</cx:pt>
          <cx:pt idx="14">42.777425144110317</cx:pt>
          <cx:pt idx="15">53.610457439315667</cx:pt>
          <cx:pt idx="16">45.312012653867235</cx:pt>
          <cx:pt idx="17">60.77538947217505</cx:pt>
          <cx:pt idx="18">52.021161842345514</cx:pt>
          <cx:pt idx="19">59.611457226260484</cx:pt>
          <cx:pt idx="20">69.396450059588418</cx:pt>
          <cx:pt idx="21">61.245144528593741</cx:pt>
          <cx:pt idx="22">44.830400778096291</cx:pt>
          <cx:pt idx="23">45.367793744286566</cx:pt>
          <cx:pt idx="24">55.721587702494247</cx:pt>
          <cx:pt idx="25">45.109346255870349</cx:pt>
          <cx:pt idx="26">47.563280853015335</cx:pt>
          <cx:pt idx="27">45.167055997770916</cx:pt>
          <cx:pt idx="28">51.421190368449821</cx:pt>
          <cx:pt idx="29">50.601540724431473</cx:pt>
          <cx:pt idx="30">62.688114529773557</cx:pt>
          <cx:pt idx="31">50.519063717973374</cx:pt>
          <cx:pt idx="32">34.848419261729262</cx:pt>
          <cx:pt idx="33">25.522922052381585</cx:pt>
          <cx:pt idx="34">47.035740237820718</cx:pt>
          <cx:pt idx="35">46.093711753143836</cx:pt>
          <cx:pt idx="36">59.175710634434289</cx:pt>
          <cx:pt idx="37">48.044354029426529</cx:pt>
          <cx:pt idx="38">45.481367533352753</cx:pt>
          <cx:pt idx="39">43.648967766695307</cx:pt>
          <cx:pt idx="40">53.817811785155619</cx:pt>
          <cx:pt idx="41">67.396049677804413</cx:pt>
          <cx:pt idx="42">29.819341650306047</cx:pt>
          <cx:pt idx="43">52.309342601594466</cx:pt>
          <cx:pt idx="44">62.546103504646283</cx:pt>
          <cx:pt idx="45">57.356449964018715</cx:pt>
          <cx:pt idx="46">67.757992993209655</cx:pt>
          <cx:pt idx="47">54.865355921150275</cx:pt>
          <cx:pt idx="48">35.681477157793914</cx:pt>
          <cx:pt idx="49">40.749881193443599</cx:pt>
          <cx:pt idx="50">75.523641547133536</cx:pt>
          <cx:pt idx="51">36.494118742934013</cx:pt>
          <cx:pt idx="52">57.090416525652351</cx:pt>
          <cx:pt idx="53">62.918192648759202</cx:pt>
          <cx:pt idx="54">46.274515778393621</cx:pt>
          <cx:pt idx="55">60.935588225814818</cx:pt>
          <cx:pt idx="56">59.998002652486761</cx:pt>
          <cx:pt idx="57">55.347196914030974</cx:pt>
          <cx:pt idx="58">52.738517937733953</cx:pt>
          <cx:pt idx="59">49.884513734012067</cx:pt>
          <cx:pt idx="60">51.958056067960555</cx:pt>
          <cx:pt idx="61">67.334787896911678</cx:pt>
          <cx:pt idx="62">41.280107050834474</cx:pt>
          <cx:pt idx="63">56.956261614151174</cx:pt>
          <cx:pt idx="64">45.26939720048528</cx:pt>
          <cx:pt idx="65">54.332958706322685</cx:pt>
          <cx:pt idx="66">60.015662979200947</cx:pt>
          <cx:pt idx="67">26.139353151742711</cx:pt>
          <cx:pt idx="68">47.112400784439146</cx:pt>
          <cx:pt idx="69">70.865798696026474</cx:pt>
          <cx:pt idx="70">42.744729311440395</cx:pt>
          <cx:pt idx="71">34.395060694285682</cx:pt>
          <cx:pt idx="72">49.58920320502682</cx:pt>
          <cx:pt idx="73">54.865408880353662</cx:pt>
          <cx:pt idx="74">46.555024171078578</cx:pt>
          <cx:pt idx="75">34.535253470881912</cx:pt>
          <cx:pt idx="76">73.9899205268906</cx:pt>
          <cx:pt idx="77">50.701115766370137</cx:pt>
          <cx:pt idx="78">52.112768259962266</cx:pt>
          <cx:pt idx="79">40.153539808043433</cx:pt>
          <cx:pt idx="80">70.624670073552537</cx:pt>
          <cx:pt idx="81">35.562968763216126</cx:pt>
          <cx:pt idx="82">50.682304391915608</cx:pt>
          <cx:pt idx="83">41.3086506279557</cx:pt>
          <cx:pt idx="84">52.128881832867499</cx:pt>
          <cx:pt idx="85">51.2572425584953</cx:pt>
          <cx:pt idx="86">40.346594920433773</cx:pt>
          <cx:pt idx="87">55.841234804444547</cx:pt>
          <cx:pt idx="88">41.806620469088337</cx:pt>
          <cx:pt idx="89">50.929670518366663</cx:pt>
          <cx:pt idx="90">39.281670193162874</cx:pt>
          <cx:pt idx="91">54.867459018552736</cx:pt>
          <cx:pt idx="92">52.130050088587346</cx:pt>
          <cx:pt idx="93">56.935401447945928</cx:pt>
          <cx:pt idx="94">29.742331200687985</cx:pt>
          <cx:pt idx="95">53.293398298811958</cx:pt>
          <cx:pt idx="96">31.077544773188198</cx:pt>
          <cx:pt idx="97">69.687592927923788</cx:pt>
          <cx:pt idx="98">53.770678141713866</cx:pt>
          <cx:pt idx="99">41.368474256856615</cx:pt>
          <cx:pt idx="100">43.9990365779095</cx:pt>
          <cx:pt idx="101">32.286823777684994</cx:pt>
          <cx:pt idx="102">54.265728584146366</cx:pt>
          <cx:pt idx="103">56.073349678917111</cx:pt>
          <cx:pt idx="104">39.346010262575042</cx:pt>
          <cx:pt idx="105">66.966013781882197</cx:pt>
          <cx:pt idx="106">54.860447889831121</cx:pt>
          <cx:pt idx="107">45.274347553115248</cx:pt>
          <cx:pt idx="108">46.824923903896831</cx:pt>
          <cx:pt idx="109">67.883731884407453</cx:pt>
          <cx:pt idx="110">55.427095706142218</cx:pt>
          <cx:pt idx="111">43.992920955320976</cx:pt>
          <cx:pt idx="112">57.013583793232563</cx:pt>
          <cx:pt idx="113">34.330793837728898</cx:pt>
          <cx:pt idx="114">36.288474480193344</cx:pt>
          <cx:pt idx="115">70.893813933104695</cx:pt>
          <cx:pt idx="116">58.516064801299464</cx:pt>
          <cx:pt idx="117">53.61371188093355</cx:pt>
          <cx:pt idx="118">36.828453614089909</cx:pt>
          <cx:pt idx="119">60.949597073252363</cx:pt>
          <cx:pt idx="120">53.605105031726779</cx:pt>
          <cx:pt idx="121">55.572468711346744</cx:pt>
          <cx:pt idx="122">47.51248850378083</cx:pt>
          <cx:pt idx="123">49.930124759935964</cx:pt>
          <cx:pt idx="124">54.753990106379057</cx:pt>
          <cx:pt idx="125">40.424726833887249</cx:pt>
          <cx:pt idx="126">51.347638321620067</cx:pt>
          <cx:pt idx="127">53.851668923260249</cx:pt>
          <cx:pt idx="128">49.503061148915329</cx:pt>
          <cx:pt idx="129">47.030538795927086</cx:pt>
          <cx:pt idx="130">59.567290205356308</cx:pt>
          <cx:pt idx="131">41.975895277768018</cx:pt>
          <cx:pt idx="132">60.025956355494579</cx:pt>
          <cx:pt idx="133">39.4751220370838</cx:pt>
          <cx:pt idx="134">50.022789772883847</cx:pt>
          <cx:pt idx="135">55.465776434600834</cx:pt>
          <cx:pt idx="136">47.54574696151861</cx:pt>
          <cx:pt idx="137">43.161270500261871</cx:pt>
          <cx:pt idx="138">68.561790311345902</cx:pt>
          <cx:pt idx="139">46.082274133157597</cx:pt>
          <cx:pt idx="140">47.050547760056766</cx:pt>
          <cx:pt idx="141">40.698926200940768</cx:pt>
          <cx:pt idx="142">46.025341599490275</cx:pt>
          <cx:pt idx="143">52.345736467067944</cx:pt>
          <cx:pt idx="144">57.204958250178827</cx:pt>
          <cx:pt idx="145">56.695723417642995</cx:pt>
          <cx:pt idx="146">59.094901690820002</cx:pt>
          <cx:pt idx="147">38.203332778896836</cx:pt>
          <cx:pt idx="148">38.079699415247525</cx:pt>
          <cx:pt idx="149">46.132516024338123</cx:pt>
          <cx:pt idx="150">45.747201092528364</cx:pt>
          <cx:pt idx="151">47.52396410265122</cx:pt>
          <cx:pt idx="152">54.085807286206986</cx:pt>
          <cx:pt idx="153">29.453463819891368</cx:pt>
          <cx:pt idx="154">41.58098472570947</cx:pt>
          <cx:pt idx="155">47.961427189195447</cx:pt>
          <cx:pt idx="156">45.771513040654867</cx:pt>
          <cx:pt idx="157">49.027944098708481</cx:pt>
          <cx:pt idx="158">72.499517465716735</cx:pt>
          <cx:pt idx="159">57.714920733034916</cx:pt>
          <cx:pt idx="160">43.847013136687956</cx:pt>
          <cx:pt idx="161">59.276661226300874</cx:pt>
          <cx:pt idx="162">45.50653979330427</cx:pt>
          <cx:pt idx="163">47.86070312872274</cx:pt>
          <cx:pt idx="164">64.641735856576418</cx:pt>
          <cx:pt idx="165">34.059185884063176</cx:pt>
          <cx:pt idx="166">45.146401206147885</cx:pt>
          <cx:pt idx="167">53.652752875354594</cx:pt>
          <cx:pt idx="168">59.35141033113058</cx:pt>
          <cx:pt idx="169">47.998411278034716</cx:pt>
          <cx:pt idx="170">51.508174057206148</cx:pt>
          <cx:pt idx="171">53.807569933958057</cx:pt>
          <cx:pt idx="172">75.018734314898353</cx:pt>
          <cx:pt idx="173">59.708855134605741</cx:pt>
          <cx:pt idx="174">53.479663286335764</cx:pt>
          <cx:pt idx="175">46.676795327142308</cx:pt>
          <cx:pt idx="176">74.1897502322945</cx:pt>
          <cx:pt idx="177">65.693695625001837</cx:pt>
          <cx:pt idx="178">48.191874082403672</cx:pt>
          <cx:pt idx="179">51.871818723892673</cx:pt>
          <cx:pt idx="180">41.442989432338777</cx:pt>
          <cx:pt idx="181">58.322842528214593</cx:pt>
          <cx:pt idx="182">54.136645927537543</cx:pt>
          <cx:pt idx="183">35.190608136356694</cx:pt>
          <cx:pt idx="184">37.212613397465965</cx:pt>
          <cx:pt idx="185">41.335555572695561</cx:pt>
          <cx:pt idx="186">44.179166820352066</cx:pt>
          <cx:pt idx="187">46.174404798227265</cx:pt>
          <cx:pt idx="188">60.013270992662065</cx:pt>
          <cx:pt idx="189">61.06939410337484</cx:pt>
          <cx:pt idx="190">54.768217663219602</cx:pt>
          <cx:pt idx="191">54.88693132296352</cx:pt>
          <cx:pt idx="192">41.740971889322161</cx:pt>
          <cx:pt idx="193">48.000856025731537</cx:pt>
          <cx:pt idx="194">34.193250827119819</cx:pt>
          <cx:pt idx="195">55.556721861813713</cx:pt>
          <cx:pt idx="196">46.916551626486338</cx:pt>
          <cx:pt idx="197">64.324375618701737</cx:pt>
          <cx:pt idx="198">46.723695757797032</cx:pt>
          <cx:pt idx="199">55.287022085452584</cx:pt>
          <cx:pt idx="200">55.309728652357769</cx:pt>
          <cx:pt idx="201">64.500623429996537</cx:pt>
          <cx:pt idx="202">60.177147900179108</cx:pt>
          <cx:pt idx="203">57.210408568130589</cx:pt>
          <cx:pt idx="204">47.909943065241229</cx:pt>
          <cx:pt idx="205">50.246295939859941</cx:pt>
          <cx:pt idx="206">29.888571466535858</cx:pt>
          <cx:pt idx="207">36.658088242603412</cx:pt>
          <cx:pt idx="208">34.572245972603177</cx:pt>
          <cx:pt idx="209">35.851153274728809</cx:pt>
          <cx:pt idx="210">44.887478688492394</cx:pt>
          <cx:pt idx="211">40.124235593520737</cx:pt>
          <cx:pt idx="212">60.569768971076748</cx:pt>
          <cx:pt idx="213">46.071842427443642</cx:pt>
          <cx:pt idx="214">49.530717394171837</cx:pt>
          <cx:pt idx="215">47.179315473760944</cx:pt>
          <cx:pt idx="216">62.482355634435436</cx:pt>
          <cx:pt idx="217">46.168387373826079</cx:pt>
          <cx:pt idx="218">42.318025763753525</cx:pt>
          <cx:pt idx="219">34.759075321343289</cx:pt>
          <cx:pt idx="220">41.946442168335871</cx:pt>
          <cx:pt idx="221">54.710704998672689</cx:pt>
          <cx:pt idx="222">74.526019487958195</cx:pt>
          <cx:pt idx="223">60.998536892308806</cx:pt>
          <cx:pt idx="224">70.861758731303979</cx:pt>
          <cx:pt idx="225">40.185758757496728</cx:pt>
          <cx:pt idx="226">49.702093666210459</cx:pt>
          <cx:pt idx="227">51.395174173512146</cx:pt>
          <cx:pt idx="228">45.427138621910444</cx:pt>
          <cx:pt idx="229">67.130865259465324</cx:pt>
          <cx:pt idx="230">57.611539902440661</cx:pt>
          <cx:pt idx="231">48.247565510164662</cx:pt>
          <cx:pt idx="232">47.890047642335553</cx:pt>
          <cx:pt idx="233">49.659990029954415</cx:pt>
          <cx:pt idx="234">62.907005874759641</cx:pt>
          <cx:pt idx="235">20.032058052549232</cx:pt>
          <cx:pt idx="236">65.975216082941429</cx:pt>
          <cx:pt idx="237">63.593660286471675</cx:pt>
          <cx:pt idx="238">59.081533401101765</cx:pt>
          <cx:pt idx="239">48.772700569681533</cx:pt>
          <cx:pt idx="240">48.593902281680677</cx:pt>
          <cx:pt idx="241">47.111155109038343</cx:pt>
          <cx:pt idx="242">66.011532043439004</cx:pt>
          <cx:pt idx="243">37.731036919991233</cx:pt>
          <cx:pt idx="244">62.993302254455322</cx:pt>
          <cx:pt idx="245">51.927084327704208</cx:pt>
          <cx:pt idx="246">58.634789681151233</cx:pt>
          <cx:pt idx="247">58.346199326266408</cx:pt>
          <cx:pt idx="248">58.953692633630737</cx:pt>
          <cx:pt idx="249">48.3488381974418</cx:pt>
          <cx:pt idx="250">50.271276739765803</cx:pt>
          <cx:pt idx="251">49.962916745304632</cx:pt>
          <cx:pt idx="252">61.093087773382592</cx:pt>
          <cx:pt idx="253">49.924807078197638</cx:pt>
          <cx:pt idx="254">48.206758812061842</cx:pt>
          <cx:pt idx="255">55.103815514846005</cx:pt>
          <cx:pt idx="256">52.345843937531725</cx:pt>
          <cx:pt idx="257">53.356993628187915</cx:pt>
          <cx:pt idx="258">50.64393106793559</cx:pt>
          <cx:pt idx="259">52.291266213460204</cx:pt>
          <cx:pt idx="260">43.384743205339944</cx:pt>
          <cx:pt idx="261">52.361542443014223</cx:pt>
          <cx:pt idx="262">25.925580151157778</cx:pt>
          <cx:pt idx="263">41.31187537372265</cx:pt>
          <cx:pt idx="264">54.317994153314046</cx:pt>
          <cx:pt idx="265">62.663455616149975</cx:pt>
          <cx:pt idx="266">61.640006608352763</cx:pt>
          <cx:pt idx="267">49.209213506080751</cx:pt>
          <cx:pt idx="268">42.128843655880502</cx:pt>
          <cx:pt idx="269">35.014057346245437</cx:pt>
          <cx:pt idx="270">35.100403276980138</cx:pt>
          <cx:pt idx="271">53.933676411685347</cx:pt>
          <cx:pt idx="272">46.495788530385887</cx:pt>
          <cx:pt idx="273">49.551299530534557</cx:pt>
          <cx:pt idx="274">43.124327152408171</cx:pt>
          <cx:pt idx="275">53.021945793794885</cx:pt>
          <cx:pt idx="276">50.525874041877991</cx:pt>
          <cx:pt idx="277">66.195122736727853</cx:pt>
          <cx:pt idx="278">53.373177311807275</cx:pt>
          <cx:pt idx="279">47.268383130347416</cx:pt>
          <cx:pt idx="280">62.102571667259994</cx:pt>
          <cx:pt idx="281">65.934064972326951</cx:pt>
          <cx:pt idx="282">73.463149532339656</cx:pt>
          <cx:pt idx="283">43.15740680529548</cx:pt>
          <cx:pt idx="284">56.44233127713408</cx:pt>
          <cx:pt idx="285">38.685325009332615</cx:pt>
          <cx:pt idx="286">56.234017020845194</cx:pt>
          <cx:pt idx="287">57.535741463228696</cx:pt>
          <cx:pt idx="288">26.43336683014223</cx:pt>
          <cx:pt idx="289">50.93541512265557</cx:pt>
          <cx:pt idx="290">42.506670338600287</cx:pt>
          <cx:pt idx="291">60.63564781836871</cx:pt>
          <cx:pt idx="292">57.749394174480869</cx:pt>
          <cx:pt idx="293">54.654952186515501</cx:pt>
          <cx:pt idx="294">50.351421577651287</cx:pt>
          <cx:pt idx="295">50.037886959192519</cx:pt>
          <cx:pt idx="296">51.260152721090321</cx:pt>
          <cx:pt idx="297">69.064567565084047</cx:pt>
          <cx:pt idx="298">66.668456852012355</cx:pt>
          <cx:pt idx="299">41.544792777828839</cx:pt>
          <cx:pt idx="300">42.831094133081997</cx:pt>
          <cx:pt idx="301">49.230859466571836</cx:pt>
          <cx:pt idx="302">45.668996663580977</cx:pt>
          <cx:pt idx="303">48.262297954909911</cx:pt>
          <cx:pt idx="304">54.735589242636806</cx:pt>
          <cx:pt idx="305">49.386006490196124</cx:pt>
          <cx:pt idx="306">45.003768968186833</cx:pt>
          <cx:pt idx="307">57.425414801353568</cx:pt>
          <cx:pt idx="308">63.092476963622936</cx:pt>
          <cx:pt idx="309">46.17444854727475</cx:pt>
          <cx:pt idx="310">47.445757549424357</cx:pt>
          <cx:pt idx="311">54.459586451323865</cx:pt>
          <cx:pt idx="312">45.885362089203625</cx:pt>
          <cx:pt idx="313">40.605255945628578</cx:pt>
          <cx:pt idx="314">50.119924992624057</cx:pt>
          <cx:pt idx="315">48.706544515127177</cx:pt>
          <cx:pt idx="316">54.158829272125693</cx:pt>
          <cx:pt idx="317">46.602457718626127</cx:pt>
          <cx:pt idx="318">48.979017480285151</cx:pt>
          <cx:pt idx="319">30.700495045545935</cx:pt>
          <cx:pt idx="320">65.224873720135605</cx:pt>
          <cx:pt idx="321">46.127852845724526</cx:pt>
          <cx:pt idx="322">56.742718756911088</cx:pt>
          <cx:pt idx="323">43.23355311423191</cx:pt>
          <cx:pt idx="324">47.372203537714121</cx:pt>
          <cx:pt idx="325">46.358310630706455</cx:pt>
          <cx:pt idx="326">52.488989167827881</cx:pt>
          <cx:pt idx="327">44.440793694750454</cx:pt>
          <cx:pt idx="328">48.399552630962958</cx:pt>
          <cx:pt idx="329">46.158510577590107</cx:pt>
          <cx:pt idx="330">33.031457039004749</cx:pt>
          <cx:pt idx="331">68.414958308262456</cx:pt>
          <cx:pt idx="332">49.547305137208717</cx:pt>
          <cx:pt idx="333">51.814843173018353</cx:pt>
          <cx:pt idx="334">53.445449471593165</cx:pt>
          <cx:pt idx="335">52.514355552775882</cx:pt>
          <cx:pt idx="336">63.284863360575656</cx:pt>
          <cx:pt idx="337">44.097449866054092</cx:pt>
          <cx:pt idx="338">53.5469766493325</cx:pt>
          <cx:pt idx="339">51.240525408900368</cx:pt>
          <cx:pt idx="340">40.076136446581373</cx:pt>
          <cx:pt idx="341">62.326759765136281</cx:pt>
          <cx:pt idx="342">53.386026034254542</cx:pt>
          <cx:pt idx="343">64.518302840331756</cx:pt>
          <cx:pt idx="344">50.38485432212228</cx:pt>
          <cx:pt idx="345">51.551918297029282</cx:pt>
          <cx:pt idx="346">57.656141337217008</cx:pt>
          <cx:pt idx="347">50.371421640077315</cx:pt>
          <cx:pt idx="348">47.109818682142425</cx:pt>
          <cx:pt idx="349">65.169763346614459</cx:pt>
          <cx:pt idx="350">56.965259954288925</cx:pt>
          <cx:pt idx="351">33.021979090552172</cx:pt>
          <cx:pt idx="352">56.205518976996245</cx:pt>
          <cx:pt idx="353">48.413399696562081</cx:pt>
          <cx:pt idx="354">54.360212074029278</cx:pt>
          <cx:pt idx="355">48.90431976475282</cx:pt>
          <cx:pt idx="356">38.13349054550082</cx:pt>
          <cx:pt idx="357">58.516138185652252</cx:pt>
          <cx:pt idx="358">52.46400848869547</cx:pt>
          <cx:pt idx="359">57.484583668008447</cx:pt>
          <cx:pt idx="360">31.098335895894181</cx:pt>
          <cx:pt idx="361">50.577747208865716</cx:pt>
          <cx:pt idx="362">57.019330563310454</cx:pt>
          <cx:pt idx="363">48.700851639070258</cx:pt>
          <cx:pt idx="364">38.781588605569254</cx:pt>
          <cx:pt idx="365">46.633240461408796</cx:pt>
          <cx:pt idx="366">44.632442874557881</cx:pt>
          <cx:pt idx="367">67.570094046392825</cx:pt>
          <cx:pt idx="368">55.167786786965202</cx:pt>
          <cx:pt idx="369">44.546520814053203</cx:pt>
          <cx:pt idx="370">66.216068183732148</cx:pt>
          <cx:pt idx="371">80.196713462520108</cx:pt>
          <cx:pt idx="372">61.298316505610671</cx:pt>
          <cx:pt idx="373">58.208589551557402</cx:pt>
          <cx:pt idx="374">41.786221684423765</cx:pt>
          <cx:pt idx="375">37.909914512863338</cx:pt>
          <cx:pt idx="376">37.212185220636115</cx:pt>
          <cx:pt idx="377">42.18067481808464</cx:pt>
          <cx:pt idx="378">43.600807607179874</cx:pt>
          <cx:pt idx="379">43.582702191056356</cx:pt>
          <cx:pt idx="380">56.933243994424835</cx:pt>
          <cx:pt idx="381">43.343396975806158</cx:pt>
          <cx:pt idx="382">62.531342396939742</cx:pt>
          <cx:pt idx="383">43.292284075332667</cx:pt>
          <cx:pt idx="384">38.530209108971547</cx:pt>
          <cx:pt idx="385">60.794918195888329</cx:pt>
          <cx:pt idx="386">57.412111009016009</cx:pt>
          <cx:pt idx="387">47.786439748553725</cx:pt>
          <cx:pt idx="388">45.097501114565354</cx:pt>
          <cx:pt idx="389">53.059637238245287</cx:pt>
          <cx:pt idx="390">57.984629079125042</cx:pt>
          <cx:pt idx="391">46.581342037376572</cx:pt>
          <cx:pt idx="392">46.589561427740925</cx:pt>
          <cx:pt idx="393">49.167948414507769</cx:pt>
          <cx:pt idx="394">52.796466614313374</cx:pt>
          <cx:pt idx="395">49.306299030337705</cx:pt>
          <cx:pt idx="396">37.740564330870434</cx:pt>
          <cx:pt idx="397">49.754704502281243</cx:pt>
          <cx:pt idx="398">38.269288448062753</cx:pt>
          <cx:pt idx="399">70.161433053903238</cx:pt>
          <cx:pt idx="400">48.550339376173476</cx:pt>
          <cx:pt idx="401">53.905399660603955</cx:pt>
          <cx:pt idx="402">48.965448663420197</cx:pt>
          <cx:pt idx="403">46.793758597310784</cx:pt>
          <cx:pt idx="404">40.909264449004489</cx:pt>
          <cx:pt idx="405">68.061128293521307</cx:pt>
          <cx:pt idx="406">51.270774637957715</cx:pt>
          <cx:pt idx="407">46.697277403850968</cx:pt>
          <cx:pt idx="408">41.489827116061505</cx:pt>
          <cx:pt idx="409">50.696546532622712</cx:pt>
          <cx:pt idx="410">58.329851987797156</cx:pt>
          <cx:pt idx="411">46.705776457475267</cx:pt>
          <cx:pt idx="412">56.533798617514236</cx:pt>
          <cx:pt idx="413">30.93679900752981</cx:pt>
          <cx:pt idx="414">55.586177951546063</cx:pt>
          <cx:pt idx="415">43.433248505903983</cx:pt>
          <cx:pt idx="416">52.082069518878697</cx:pt>
          <cx:pt idx="417">60.112213062613911</cx:pt>
          <cx:pt idx="418">56.130295293403123</cx:pt>
          <cx:pt idx="419">41.694708146780336</cx:pt>
          <cx:pt idx="420">58.664151226484549</cx:pt>
          <cx:pt idx="421">65.155580270600282</cx:pt>
          <cx:pt idx="422">44.452147593230215</cx:pt>
          <cx:pt idx="423">45.241740000208395</cx:pt>
          <cx:pt idx="424">48.545240549552553</cx:pt>
          <cx:pt idx="425">49.4874648746951</cx:pt>
          <cx:pt idx="426">67.117786129419045</cx:pt>
          <cx:pt idx="427">54.571466054494714</cx:pt>
          <cx:pt idx="428">56.688507316394229</cx:pt>
          <cx:pt idx="429">61.966978653596492</cx:pt>
          <cx:pt idx="430">42.178696716292791</cx:pt>
          <cx:pt idx="431">57.317148576649942</cx:pt>
          <cx:pt idx="432">51.539485563409329</cx:pt>
          <cx:pt idx="433">55.230181363936339</cx:pt>
          <cx:pt idx="434">47.197884392454654</cx:pt>
          <cx:pt idx="435">42.384656759440603</cx:pt>
          <cx:pt idx="436">39.196557519505149</cx:pt>
          <cx:pt idx="437">63.249623000817486</cx:pt>
          <cx:pt idx="438">48.516852678024506</cx:pt>
          <cx:pt idx="439">60.950491359463243</cx:pt>
          <cx:pt idx="440">41.863263434244644</cx:pt>
          <cx:pt idx="441">44.762306924313151</cx:pt>
          <cx:pt idx="442">54.614248287690465</cx:pt>
          <cx:pt idx="443">78.024403298722447</cx:pt>
          <cx:pt idx="444">40.679389353512526</cx:pt>
          <cx:pt idx="445">69.416466560772008</cx:pt>
          <cx:pt idx="446">54.051228821400578</cx:pt>
          <cx:pt idx="447">66.64192523963446</cx:pt>
          <cx:pt idx="448">58.54500756288823</cx:pt>
          <cx:pt idx="449">29.861993974828561</cx:pt>
          <cx:pt idx="450">56.221089511754485</cx:pt>
          <cx:pt idx="451">59.003752956052949</cx:pt>
          <cx:pt idx="452">49.452513906937355</cx:pt>
          <cx:pt idx="453">42.019144783124069</cx:pt>
          <cx:pt idx="454">50.363440856156444</cx:pt>
          <cx:pt idx="455">38.743891203905335</cx:pt>
          <cx:pt idx="456">66.956045783662518</cx:pt>
          <cx:pt idx="457">57.871542179868406</cx:pt>
          <cx:pt idx="458">64.218396973734883</cx:pt>
          <cx:pt idx="459">50.120728767144008</cx:pt>
          <cx:pt idx="460">55.568352419853511</cx:pt>
          <cx:pt idx="461">51.529671731834348</cx:pt>
          <cx:pt idx="462">48.771604322940128</cx:pt>
          <cx:pt idx="463">47.131576963237855</cx:pt>
          <cx:pt idx="464">39.902966385466826</cx:pt>
          <cx:pt idx="465">39.822677358836224</cx:pt>
          <cx:pt idx="466">50.343924185678993</cx:pt>
          <cx:pt idx="467">61.323735149864603</cx:pt>
          <cx:pt idx="468">50.835262797633924</cx:pt>
          <cx:pt idx="469">64.999976733888531</cx:pt>
          <cx:pt idx="470">60.982134807848496</cx:pt>
          <cx:pt idx="471">40.523632036148712</cx:pt>
          <cx:pt idx="472">44.880202196456338</cx:pt>
          <cx:pt idx="473">59.452667067609013</cx:pt>
          <cx:pt idx="474">47.927926676933261</cx:pt>
          <cx:pt idx="475">50.1679415000661</cx:pt>
          <cx:pt idx="476">32.735760044276567</cx:pt>
          <cx:pt idx="477">53.031888171071799</cx:pt>
          <cx:pt idx="478">29.741523335378858</cx:pt>
          <cx:pt idx="479">61.48028042806844</cx:pt>
          <cx:pt idx="480">53.478110787640787</cx:pt>
          <cx:pt idx="481">67.461037960523967</cx:pt>
          <cx:pt idx="482">48.065739394836534</cx:pt>
          <cx:pt idx="483">49.031380805664327</cx:pt>
          <cx:pt idx="484">54.957122116627879</cx:pt>
          <cx:pt idx="485">60.449115184940631</cx:pt>
          <cx:pt idx="486">55.232142113966276</cx:pt>
          <cx:pt idx="487">55.690826368063526</cx:pt>
          <cx:pt idx="488">69.15328293926845</cx:pt>
          <cx:pt idx="489">38.777986518925275</cx:pt>
          <cx:pt idx="490">46.077033415690622</cx:pt>
          <cx:pt idx="491">40.90308319340032</cx:pt>
          <cx:pt idx="492">68.60400770456566</cx:pt>
          <cx:pt idx="493">64.80704779553092</cx:pt>
          <cx:pt idx="494">71.900263686550261</cx:pt>
          <cx:pt idx="495">49.633971863987711</cx:pt>
          <cx:pt idx="496">60.030272284199796</cx:pt>
          <cx:pt idx="497">56.92379898936727</cx:pt>
          <cx:pt idx="498">51.19082986460274</cx:pt>
          <cx:pt idx="499">44.926683131225637</cx:pt>
          <cx:pt idx="500">51.944109360602035</cx:pt>
          <cx:pt idx="501">48.434700631780181</cx:pt>
          <cx:pt idx="502">51.39993263251425</cx:pt>
          <cx:pt idx="503">41.578187036446892</cx:pt>
          <cx:pt idx="504">61.622489388443562</cx:pt>
          <cx:pt idx="505">49.725409680229781</cx:pt>
          <cx:pt idx="506">53.590328879913528</cx:pt>
          <cx:pt idx="507">64.255739007602031</cx:pt>
          <cx:pt idx="508">51.615563593778596</cx:pt>
          <cx:pt idx="509">63.904844769596828</cx:pt>
          <cx:pt idx="510">59.145440259146255</cx:pt>
          <cx:pt idx="511">69.128285472392093</cx:pt>
          <cx:pt idx="512">53.180730280143159</cx:pt>
          <cx:pt idx="513">57.584544348152669</cx:pt>
          <cx:pt idx="514">41.36939636864917</cx:pt>
          <cx:pt idx="515">46.691913626668416</cx:pt>
          <cx:pt idx="516">40.627043142595255</cx:pt>
          <cx:pt idx="517">27.836170857448586</cx:pt>
          <cx:pt idx="518">42.028436719904533</cx:pt>
          <cx:pt idx="519">72.983637437321619</cx:pt>
          <cx:pt idx="520">51.338093223031095</cx:pt>
          <cx:pt idx="521">62.337057933011053</cx:pt>
          <cx:pt idx="522">34.879804451238385</cx:pt>
          <cx:pt idx="523">52.358204657514356</cx:pt>
          <cx:pt idx="524">32.307308616465917</cx:pt>
          <cx:pt idx="525">68.094722373147789</cx:pt>
          <cx:pt idx="526">26.447982363902618</cx:pt>
          <cx:pt idx="527">49.167794571524112</cx:pt>
          <cx:pt idx="528">44.725207889948884</cx:pt>
          <cx:pt idx="529">39.885878452740755</cx:pt>
          <cx:pt idx="530">45.09043869547795</cx:pt>
          <cx:pt idx="531">52.910625017287458</cx:pt>
          <cx:pt idx="532">60.242582646944861</cx:pt>
          <cx:pt idx="533">46.358437480647176</cx:pt>
          <cx:pt idx="534">53.6526946241801</cx:pt>
          <cx:pt idx="535">62.23363733662417</cx:pt>
          <cx:pt idx="536">39.788140501018873</cx:pt>
          <cx:pt idx="537">78.775436946535848</cx:pt>
          <cx:pt idx="538">50.100450170809758</cx:pt>
          <cx:pt idx="539">38.019214945031337</cx:pt>
          <cx:pt idx="540">53.059281696183902</cx:pt>
          <cx:pt idx="541">30.978394040172212</cx:pt>
          <cx:pt idx="542">42.442821153193847</cx:pt>
          <cx:pt idx="543">52.351745356223418</cx:pt>
          <cx:pt idx="544">43.97434634513462</cx:pt>
          <cx:pt idx="545">64.583818679486285</cx:pt>
          <cx:pt idx="546">36.105207483065811</cx:pt>
          <cx:pt idx="547">43.154778567470842</cx:pt>
          <cx:pt idx="548">55.134082976252259</cx:pt>
          <cx:pt idx="549">45.320646964150399</cx:pt>
          <cx:pt idx="550">61.709269699009845</cx:pt>
          <cx:pt idx="551">56.700765970057404</cx:pt>
          <cx:pt idx="552">53.413599779368411</cx:pt>
          <cx:pt idx="553">46.016625574456555</cx:pt>
          <cx:pt idx="554">58.974779303311806</cx:pt>
          <cx:pt idx="555">52.350530273143789</cx:pt>
          <cx:pt idx="556">50.222253497938837</cx:pt>
          <cx:pt idx="557">37.060757817590279</cx:pt>
          <cx:pt idx="558">37.302726648233154</cx:pt>
          <cx:pt idx="559">18.794340938739708</cx:pt>
          <cx:pt idx="560">54.257379994269094</cx:pt>
          <cx:pt idx="561">63.983135000462489</cx:pt>
          <cx:pt idx="562">52.186493891608379</cx:pt>
          <cx:pt idx="563">57.193467107870013</cx:pt>
          <cx:pt idx="564">42.238035463152841</cx:pt>
          <cx:pt idx="565">50.405331710173265</cx:pt>
          <cx:pt idx="566">57.236312780807474</cx:pt>
          <cx:pt idx="567">55.833838372583621</cx:pt>
          <cx:pt idx="568">68.179576525064846</cx:pt>
          <cx:pt idx="569">57.098784435049538</cx:pt>
          <cx:pt idx="570">42.97736271076112</cx:pt>
          <cx:pt idx="571">53.165210312595264</cx:pt>
          <cx:pt idx="572">66.845700587789906</cx:pt>
          <cx:pt idx="573">36.036259488888582</cx:pt>
          <cx:pt idx="574">41.660629019064636</cx:pt>
          <cx:pt idx="575">56.166126166074065</cx:pt>
          <cx:pt idx="576">56.029676502051629</cx:pt>
          <cx:pt idx="577">56.856805118496609</cx:pt>
          <cx:pt idx="578">46.575310939299015</cx:pt>
          <cx:pt idx="579">46.533289276457118</cx:pt>
          <cx:pt idx="580">41.389531053193309</cx:pt>
          <cx:pt idx="581">38.043582464011969</cx:pt>
          <cx:pt idx="582">32.595038896310797</cx:pt>
          <cx:pt idx="583">41.66471711570447</cx:pt>
          <cx:pt idx="584">36.985826903653809</cx:pt>
          <cx:pt idx="585">62.762213505592605</cx:pt>
          <cx:pt idx="586">58.385926116385711</cx:pt>
          <cx:pt idx="587">54.930667809931215</cx:pt>
          <cx:pt idx="588">39.13961469467943</cx:pt>
          <cx:pt idx="589">38.835135256031798</cx:pt>
          <cx:pt idx="590">46.087256410804386</cx:pt>
          <cx:pt idx="591">39.862641234197241</cx:pt>
          <cx:pt idx="592">35.785884551970014</cx:pt>
          <cx:pt idx="593">63.880982806834922</cx:pt>
          <cx:pt idx="594">48.201163504385825</cx:pt>
          <cx:pt idx="595">55.578637273151905</cx:pt>
          <cx:pt idx="596">53.107038298371428</cx:pt>
          <cx:pt idx="597">44.584274554379128</cx:pt>
          <cx:pt idx="598">53.171811865846138</cx:pt>
          <cx:pt idx="599">47.74057746466886</cx:pt>
          <cx:pt idx="600">50.635375944070006</cx:pt>
          <cx:pt idx="601">42.405014020561211</cx:pt>
          <cx:pt idx="602">43.487492065750544</cx:pt>
          <cx:pt idx="603">44.536110872809552</cx:pt>
          <cx:pt idx="604">45.852202639714626</cx:pt>
          <cx:pt idx="605">59.842934076593579</cx:pt>
          <cx:pt idx="606">37.753607884444918</cx:pt>
          <cx:pt idx="607">37.446308041919082</cx:pt>
          <cx:pt idx="608">47.095645814164413</cx:pt>
          <cx:pt idx="609">65.439529957533267</cx:pt>
          <cx:pt idx="610">47.430597469853723</cx:pt>
          <cx:pt idx="611">34.784389950137594</cx:pt>
          <cx:pt idx="612">61.738576155714483</cx:pt>
          <cx:pt idx="613">46.682030187137393</cx:pt>
          <cx:pt idx="614">56.652326467696199</cx:pt>
          <cx:pt idx="615">63.048267411523312</cx:pt>
          <cx:pt idx="616">62.977014328931453</cx:pt>
          <cx:pt idx="617">42.700416221506089</cx:pt>
          <cx:pt idx="618">56.812844418312835</cx:pt>
          <cx:pt idx="619">51.487143874676278</cx:pt>
          <cx:pt idx="620">60.372800464923507</cx:pt>
          <cx:pt idx="621">44.359762390521531</cx:pt>
          <cx:pt idx="622">31.367707978163917</cx:pt>
          <cx:pt idx="623">54.152621459835906</cx:pt>
          <cx:pt idx="624">26.771197639266223</cx:pt>
          <cx:pt idx="625">44.653446015364963</cx:pt>
          <cx:pt idx="626">33.583366653813876</cx:pt>
          <cx:pt idx="627">46.444688107697047</cx:pt>
          <cx:pt idx="628">55.445579594638438</cx:pt>
          <cx:pt idx="629">52.683306287787694</cx:pt>
          <cx:pt idx="630">41.493053296214995</cx:pt>
          <cx:pt idx="631">39.317358064305331</cx:pt>
          <cx:pt idx="632">53.9978803987376</cx:pt>
          <cx:pt idx="633">55.446970453409598</cx:pt>
          <cx:pt idx="634">57.294659804530021</cx:pt>
          <cx:pt idx="635">53.91963094242783</cx:pt>
          <cx:pt idx="636">41.266475937856107</cx:pt>
          <cx:pt idx="637">62.43864389669956</cx:pt>
          <cx:pt idx="638">59.352265039271558</cx:pt>
          <cx:pt idx="639">42.667811517597627</cx:pt>
          <cx:pt idx="640">47.757908187128578</cx:pt>
          <cx:pt idx="641">43.530740257593457</cx:pt>
          <cx:pt idx="642">69.658465459102672</cx:pt>
          <cx:pt idx="643">45.45547438812067</cx:pt>
          <cx:pt idx="644">52.161993675688102</cx:pt>
          <cx:pt idx="645">41.949270114674576</cx:pt>
          <cx:pt idx="646">46.309267777470858</cx:pt>
          <cx:pt idx="647">61.393386918557816</cx:pt>
          <cx:pt idx="648">70.844724878399518</cx:pt>
          <cx:pt idx="649">55.78967974168615</cx:pt>
          <cx:pt idx="650">52.5342313879705</cx:pt>
          <cx:pt idx="651">57.865322007450118</cx:pt>
          <cx:pt idx="652">51.840810232470702</cx:pt>
          <cx:pt idx="653">43.267160251528026</cx:pt>
          <cx:pt idx="654">33.277598671258282</cx:pt>
          <cx:pt idx="655">56.838143819582321</cx:pt>
          <cx:pt idx="656">36.286548836106157</cx:pt>
          <cx:pt idx="657">49.946982094381951</cx:pt>
          <cx:pt idx="658">40.047678375368307</cx:pt>
          <cx:pt idx="659">38.999728118585175</cx:pt>
          <cx:pt idx="660">51.303695993689843</cx:pt>
          <cx:pt idx="661">51.108892928983551</cx:pt>
          <cx:pt idx="662">69.924197047631736</cx:pt>
          <cx:pt idx="663">51.266240108458213</cx:pt>
          <cx:pt idx="664">69.798273135284219</cx:pt>
          <cx:pt idx="665">44.65589460631805</cx:pt>
          <cx:pt idx="666">60.199225491729273</cx:pt>
          <cx:pt idx="667">56.581522443669755</cx:pt>
          <cx:pt idx="668">51.596540241002572</cx:pt>
          <cx:pt idx="669">34.215867274959045</cx:pt>
          <cx:pt idx="670">38.043987833887073</cx:pt>
          <cx:pt idx="671">39.92837893228095</cx:pt>
          <cx:pt idx="672">53.702262865180302</cx:pt>
          <cx:pt idx="673">39.224174900360659</cx:pt>
          <cx:pt idx="674">60.911045337745101</cx:pt>
          <cx:pt idx="675">60.338940978515907</cx:pt>
          <cx:pt idx="676">66.13634482011706</cx:pt>
          <cx:pt idx="677">32.329240980373946</cx:pt>
          <cx:pt idx="678">35.967900107652717</cx:pt>
          <cx:pt idx="679">59.865633116174109</cx:pt>
          <cx:pt idx="680">41.511788091742829</cx:pt>
          <cx:pt idx="681">62.770300696863089</cx:pt>
          <cx:pt idx="682">56.585179458569932</cx:pt>
          <cx:pt idx="683">49.183838462775796</cx:pt>
          <cx:pt idx="684">35.982566848278324</cx:pt>
          <cx:pt idx="685">53.207457862259126</cx:pt>
          <cx:pt idx="686">39.084860199123071</cx:pt>
          <cx:pt idx="687">54.941686625593022</cx:pt>
          <cx:pt idx="688">53.496788032853317</cx:pt>
          <cx:pt idx="689">59.142115379556373</cx:pt>
          <cx:pt idx="690">39.798274798417538</cx:pt>
          <cx:pt idx="691">46.142297937474936</cx:pt>
          <cx:pt idx="692">61.477335429977799</cx:pt>
          <cx:pt idx="693">27.62268224750061</cx:pt>
          <cx:pt idx="694">39.31385262719968</cx:pt>
          <cx:pt idx="695">31.56793639307794</cx:pt>
          <cx:pt idx="696">50.06192563396597</cx:pt>
          <cx:pt idx="697">50.448891357046911</cx:pt>
          <cx:pt idx="698">50.297492115644495</cx:pt>
          <cx:pt idx="699">44.369535106073428</cx:pt>
          <cx:pt idx="700">40.161823311840706</cx:pt>
          <cx:pt idx="701">52.07651106208408</cx:pt>
          <cx:pt idx="702">72.968369151771711</cx:pt>
          <cx:pt idx="703">55.350979863670524</cx:pt>
          <cx:pt idx="704">60.577622398018761</cx:pt>
          <cx:pt idx="705">68.547157631206687</cx:pt>
          <cx:pt idx="706">53.243754357590277</cx:pt>
          <cx:pt idx="707">42.709417737963093</cx:pt>
          <cx:pt idx="708">57.634418608551883</cx:pt>
          <cx:pt idx="709">56.668291132803944</cx:pt>
          <cx:pt idx="710">55.971545468653652</cx:pt>
          <cx:pt idx="711">62.50858703210703</cx:pt>
          <cx:pt idx="712">54.801834936307564</cx:pt>
          <cx:pt idx="713">53.68725489293044</cx:pt>
          <cx:pt idx="714">50.201930618162741</cx:pt>
          <cx:pt idx="715">56.642403623504876</cx:pt>
          <cx:pt idx="716">39.860853367772755</cx:pt>
          <cx:pt idx="717">48.037957589608958</cx:pt>
          <cx:pt idx="718">52.940794261222379</cx:pt>
          <cx:pt idx="719">50.600950748588254</cx:pt>
          <cx:pt idx="720">52.12771486760154</cx:pt>
          <cx:pt idx="721">45.14561366731494</cx:pt>
          <cx:pt idx="722">39.945197959801611</cx:pt>
          <cx:pt idx="723">62.034139136689348</cx:pt>
          <cx:pt idx="724">48.300652148207391</cx:pt>
          <cx:pt idx="725">46.446087127346892</cx:pt>
          <cx:pt idx="726">65.884791702944938</cx:pt>
          <cx:pt idx="727">47.138662546788645</cx:pt>
          <cx:pt idx="728">47.671831520755788</cx:pt>
          <cx:pt idx="729">58.656250884006653</cx:pt>
          <cx:pt idx="730">32.343174158381572</cx:pt>
          <cx:pt idx="731">41.090276717735051</cx:pt>
          <cx:pt idx="732">64.857559558722315</cx:pt>
          <cx:pt idx="733">59.250290677852746</cx:pt>
          <cx:pt idx="734">29.169617481548663</cx:pt>
          <cx:pt idx="735">50.945473148619698</cx:pt>
          <cx:pt idx="736">46.787939667850637</cx:pt>
          <cx:pt idx="737">80.892495989374481</cx:pt>
          <cx:pt idx="738">40.359113047245586</cx:pt>
          <cx:pt idx="739">45.311122696409825</cx:pt>
          <cx:pt idx="740">49.433052306462599</cx:pt>
          <cx:pt idx="741">53.467637215055959</cx:pt>
          <cx:pt idx="742">28.113336837465091</cx:pt>
          <cx:pt idx="743">63.395902647873925</cx:pt>
          <cx:pt idx="744">43.754017388033894</cx:pt>
          <cx:pt idx="745">59.852642587077071</cx:pt>
          <cx:pt idx="746">36.259234328568574</cx:pt>
          <cx:pt idx="747">44.632393963143933</cx:pt>
          <cx:pt idx="748">55.478950443743742</cx:pt>
          <cx:pt idx="749">49.881463860979174</cx:pt>
          <cx:pt idx="750">44.746485768614221</cx:pt>
          <cx:pt idx="751">53.569785872349335</cx:pt>
          <cx:pt idx="752">57.090566433784097</cx:pt>
          <cx:pt idx="753">55.888945788226721</cx:pt>
          <cx:pt idx="754">47.921044333890123</cx:pt>
          <cx:pt idx="755">28.364571541652492</cx:pt>
          <cx:pt idx="756">49.74810202999587</cx:pt>
          <cx:pt idx="757">34.153858269493732</cx:pt>
          <cx:pt idx="758">41.974197712902395</cx:pt>
          <cx:pt idx="759">43.244921092826594</cx:pt>
          <cx:pt idx="760">21.87834927684797</cx:pt>
          <cx:pt idx="761">52.410987522751896</cx:pt>
          <cx:pt idx="762">44.897243947694122</cx:pt>
          <cx:pt idx="763">46.644361468876106</cx:pt>
          <cx:pt idx="764">56.254056538699821</cx:pt>
          <cx:pt idx="765">33.615603123982751</cx:pt>
          <cx:pt idx="766">63.125956883486054</cx:pt>
          <cx:pt idx="767">61.371696384924064</cx:pt>
          <cx:pt idx="768">45.371090360139391</cx:pt>
          <cx:pt idx="769">48.926538466018144</cx:pt>
          <cx:pt idx="770">56.410457438978682</cx:pt>
          <cx:pt idx="771">49.188755685214041</cx:pt>
          <cx:pt idx="772">33.037379870055901</cx:pt>
          <cx:pt idx="773">41.792419164603814</cx:pt>
          <cx:pt idx="774">35.594370981632359</cx:pt>
          <cx:pt idx="775">59.61792189633271</cx:pt>
          <cx:pt idx="776">46.941599119372086</cx:pt>
          <cx:pt idx="777">43.776091756913786</cx:pt>
          <cx:pt idx="778">46.233066987161557</cx:pt>
          <cx:pt idx="779">56.466641470439981</cx:pt>
          <cx:pt idx="780">49.188537865529931</cx:pt>
          <cx:pt idx="781">55.266625603530386</cx:pt>
          <cx:pt idx="782">40.012170136002879</cx:pt>
          <cx:pt idx="783">41.572530524958438</cx:pt>
          <cx:pt idx="784">51.957699471383094</cx:pt>
          <cx:pt idx="785">54.978581921420719</cx:pt>
          <cx:pt idx="786">61.057140040238522</cx:pt>
          <cx:pt idx="787">46.731927559675498</cx:pt>
          <cx:pt idx="788">52.800340779811187</cx:pt>
          <cx:pt idx="789">61.257161088237581</cx:pt>
          <cx:pt idx="790">55.482944343966039</cx:pt>
          <cx:pt idx="791">43.220002557349751</cx:pt>
          <cx:pt idx="792">47.047137434968079</cx:pt>
          <cx:pt idx="793">72.058619456116048</cx:pt>
          <cx:pt idx="794">42.644570296983019</cx:pt>
          <cx:pt idx="795">41.666870961439898</cx:pt>
          <cx:pt idx="796">40.882392344869587</cx:pt>
          <cx:pt idx="797">48.075653955069996</cx:pt>
          <cx:pt idx="798">54.21986714723662</cx:pt>
          <cx:pt idx="799">58.586182208049571</cx:pt>
          <cx:pt idx="800">42.495888365911696</cx:pt>
          <cx:pt idx="801">36.112801374324647</cx:pt>
          <cx:pt idx="802">44.701120533292858</cx:pt>
          <cx:pt idx="803">64.684420174378289</cx:pt>
          <cx:pt idx="804">40.587211691915357</cx:pt>
          <cx:pt idx="805">51.728383157019792</cx:pt>
          <cx:pt idx="806">39.602343584877772</cx:pt>
          <cx:pt idx="807">66.27493881559289</cx:pt>
          <cx:pt idx="808">52.17123248579307</cx:pt>
          <cx:pt idx="809">45.69753967247604</cx:pt>
          <cx:pt idx="810">45.788786913146922</cx:pt>
          <cx:pt idx="811">43.163842941738416</cx:pt>
          <cx:pt idx="812">62.557562479025243</cx:pt>
          <cx:pt idx="813">55.880735480309951</cx:pt>
          <cx:pt idx="814">41.895733803116528</cx:pt>
          <cx:pt idx="815">57.649195503667883</cx:pt>
          <cx:pt idx="816">65.189117876263026</cx:pt>
          <cx:pt idx="817">38.95538036737598</cx:pt>
          <cx:pt idx="818">63.145492815091771</cx:pt>
          <cx:pt idx="819">59.67819388563732</cx:pt>
          <cx:pt idx="820">47.683490423704839</cx:pt>
          <cx:pt idx="821">39.916062898483965</cx:pt>
          <cx:pt idx="822">62.917248693101968</cx:pt>
          <cx:pt idx="823">61.784135304588602</cx:pt>
          <cx:pt idx="824">46.460843484555248</cx:pt>
          <cx:pt idx="825">65.21661147833359</cx:pt>
          <cx:pt idx="826">49.365356091941905</cx:pt>
          <cx:pt idx="827">50.067784087805059</cx:pt>
          <cx:pt idx="828">61.037464440515684</cx:pt>
          <cx:pt idx="829">60.042536185289137</cx:pt>
          <cx:pt idx="830">52.028244402981365</cx:pt>
          <cx:pt idx="831">68.929745944053096</cx:pt>
          <cx:pt idx="832">48.696906361487613</cx:pt>
          <cx:pt idx="833">65.839610728869857</cx:pt>
          <cx:pt idx="834">46.956697718903776</cx:pt>
          <cx:pt idx="835">47.971994057605961</cx:pt>
          <cx:pt idx="836">56.627093582892101</cx:pt>
          <cx:pt idx="837">42.963710497024479</cx:pt>
          <cx:pt idx="838">65.93135736555773</cx:pt>
          <cx:pt idx="839">62.975757547610854</cx:pt>
          <cx:pt idx="840">48.25940023159275</cx:pt>
          <cx:pt idx="841">58.189416142312261</cx:pt>
          <cx:pt idx="842">50.654640862961841</cx:pt>
          <cx:pt idx="843">55.506991918027303</cx:pt>
          <cx:pt idx="844">62.533949319129718</cx:pt>
          <cx:pt idx="845">41.274043954031249</cx:pt>
          <cx:pt idx="846">58.675588891961198</cx:pt>
          <cx:pt idx="847">47.343364469577089</cx:pt>
          <cx:pt idx="848">40.572267661501321</cx:pt>
          <cx:pt idx="849">59.722760565134408</cx:pt>
          <cx:pt idx="850">40.38602898412131</cx:pt>
          <cx:pt idx="851">37.346210200889949</cx:pt>
          <cx:pt idx="852">55.884292910697908</cx:pt>
          <cx:pt idx="853">71.691519083700953</cx:pt>
          <cx:pt idx="854">36.251246489503259</cx:pt>
          <cx:pt idx="855">39.834225736923763</cx:pt>
          <cx:pt idx="856">50.606325471185606</cx:pt>
          <cx:pt idx="857">46.951399044890763</cx:pt>
          <cx:pt idx="858">62.121211506410546</cx:pt>
          <cx:pt idx="859">61.142841108176569</cx:pt>
          <cx:pt idx="860">40.069725079159589</cx:pt>
          <cx:pt idx="861">52.83485857825805</cx:pt>
          <cx:pt idx="862">35.884285410620819</cx:pt>
          <cx:pt idx="863">35.541612132004985</cx:pt>
          <cx:pt idx="864">39.509561954060807</cx:pt>
          <cx:pt idx="865">52.608384965856963</cx:pt>
          <cx:pt idx="866">52.505136009020319</cx:pt>
          <cx:pt idx="867">29.922529249669871</cx:pt>
          <cx:pt idx="868">58.6243646115459</cx:pt>
          <cx:pt idx="869">41.831184329068662</cx:pt>
          <cx:pt idx="870">34.542775239048133</cx:pt>
          <cx:pt idx="871">56.548424567507219</cx:pt>
          <cx:pt idx="872">39.955224776660813</cx:pt>
          <cx:pt idx="873">46.792461211666108</cx:pt>
          <cx:pt idx="874">30.410066072040447</cx:pt>
          <cx:pt idx="875">54.755782274720538</cx:pt>
          <cx:pt idx="876">37.179827507350353</cx:pt>
          <cx:pt idx="877">68.941009521843938</cx:pt>
          <cx:pt idx="878">42.799266575035048</cx:pt>
          <cx:pt idx="879">50.205570402743348</cx:pt>
          <cx:pt idx="880">29.137188624304574</cx:pt>
          <cx:pt idx="881">53.666286345703</cx:pt>
          <cx:pt idx="882">44.042546864841995</cx:pt>
          <cx:pt idx="883">52.345031281466049</cx:pt>
          <cx:pt idx="884">49.109677379563401</cx:pt>
          <cx:pt idx="885">61.450646013578861</cx:pt>
          <cx:pt idx="886">50.071455205999762</cx:pt>
          <cx:pt idx="887">58.403393273417343</cx:pt>
          <cx:pt idx="888">53.041795737877813</cx:pt>
          <cx:pt idx="889">61.087179558336643</cx:pt>
          <cx:pt idx="890">51.263736667562966</cx:pt>
          <cx:pt idx="891">30.605198658411595</cx:pt>
          <cx:pt idx="892">30.42802527836362</cx:pt>
          <cx:pt idx="893">38.375236105982651</cx:pt>
          <cx:pt idx="894">50.892121095171618</cx:pt>
          <cx:pt idx="895">52.244424055177539</cx:pt>
          <cx:pt idx="896">43.180492742619862</cx:pt>
          <cx:pt idx="897">49.266884389743332</cx:pt>
          <cx:pt idx="898">45.739225874537652</cx:pt>
          <cx:pt idx="899">63.082849624031695</cx:pt>
          <cx:pt idx="900">35.772446352587735</cx:pt>
          <cx:pt idx="901">57.260636554405366</cx:pt>
          <cx:pt idx="902">50.638298844528578</cx:pt>
          <cx:pt idx="903">25.365860495898708</cx:pt>
          <cx:pt idx="904">42.716120682222225</cx:pt>
          <cx:pt idx="905">37.095656915232681</cx:pt>
          <cx:pt idx="906">32.912365041354398</cx:pt>
          <cx:pt idx="907">56.651501571519219</cx:pt>
          <cx:pt idx="908">58.865664214266502</cx:pt>
          <cx:pt idx="909">51.942478266465514</cx:pt>
          <cx:pt idx="910">67.629620792499992</cx:pt>
          <cx:pt idx="911">44.411918799181777</cx:pt>
          <cx:pt idx="912">55.579667564152523</cx:pt>
          <cx:pt idx="913">42.421285138905738</cx:pt>
          <cx:pt idx="914">42.271503913155549</cx:pt>
          <cx:pt idx="915">47.063039336884991</cx:pt>
          <cx:pt idx="916">47.251582502486151</cx:pt>
          <cx:pt idx="917">52.743278732259022</cx:pt>
          <cx:pt idx="918">56.631014198204738</cx:pt>
          <cx:pt idx="919">59.526130026299015</cx:pt>
          <cx:pt idx="920">38.916777209915139</cx:pt>
          <cx:pt idx="921">34.482245089405836</cx:pt>
          <cx:pt idx="922">60.498388046664147</cx:pt>
          <cx:pt idx="923">44.059571459340688</cx:pt>
          <cx:pt idx="924">56.115030599652734</cx:pt>
          <cx:pt idx="925">53.277585662403318</cx:pt>
          <cx:pt idx="926">45.833647011697096</cx:pt>
          <cx:pt idx="927">44.112685180152809</cx:pt>
          <cx:pt idx="928">38.042826575286661</cx:pt>
          <cx:pt idx="929">78.5969779863414</cx:pt>
          <cx:pt idx="930">60.819299167312636</cx:pt>
          <cx:pt idx="931">62.371881803560797</cx:pt>
          <cx:pt idx="932">61.056067418268086</cx:pt>
          <cx:pt idx="933">57.456669411172641</cx:pt>
          <cx:pt idx="934">52.160071651202486</cx:pt>
          <cx:pt idx="935">50.229203999245399</cx:pt>
          <cx:pt idx="936">43.242916697279419</cx:pt>
          <cx:pt idx="937">37.639826292798304</cx:pt>
          <cx:pt idx="938">49.806985158874049</cx:pt>
          <cx:pt idx="939">53.249877942531278</cx:pt>
          <cx:pt idx="940">50.142519165538083</cx:pt>
          <cx:pt idx="941">41.133915833664233</cx:pt>
          <cx:pt idx="942">52.520403474537943</cx:pt>
          <cx:pt idx="943">55.082740263130667</cx:pt>
          <cx:pt idx="944">45.632447303250025</cx:pt>
          <cx:pt idx="945">54.276869614251872</cx:pt>
          <cx:pt idx="946">48.394971642871475</cx:pt>
          <cx:pt idx="947">68.368076317697671</cx:pt>
          <cx:pt idx="948">65.428278545686297</cx:pt>
          <cx:pt idx="949">54.669292011837292</cx:pt>
          <cx:pt idx="950">52.988621204525572</cx:pt>
          <cx:pt idx="951">44.168148270239726</cx:pt>
          <cx:pt idx="952">38.271690265246889</cx:pt>
          <cx:pt idx="953">58.158757898809952</cx:pt>
          <cx:pt idx="954">52.22329780103955</cx:pt>
          <cx:pt idx="955">54.807385088240167</cx:pt>
          <cx:pt idx="956">22.858930102498913</cx:pt>
          <cx:pt idx="957">35.622763422665734</cx:pt>
          <cx:pt idx="958">47.475713034321991</cx:pt>
          <cx:pt idx="959">49.438606156127051</cx:pt>
          <cx:pt idx="960">31.858706949894191</cx:pt>
          <cx:pt idx="961">49.424373782424929</cx:pt>
          <cx:pt idx="962">36.294065893384598</cx:pt>
          <cx:pt idx="963">34.109561875667829</cx:pt>
          <cx:pt idx="964">43.831558437904178</cx:pt>
          <cx:pt idx="965">49.149978474207465</cx:pt>
          <cx:pt idx="966">63.196718292544404</cx:pt>
          <cx:pt idx="967">52.893738435089404</cx:pt>
          <cx:pt idx="968">39.05747447819914</cx:pt>
          <cx:pt idx="969">31.738595745222476</cx:pt>
          <cx:pt idx="970">45.808128839926674</cx:pt>
          <cx:pt idx="971">62.191755155285229</cx:pt>
          <cx:pt idx="972">55.068704983123581</cx:pt>
          <cx:pt idx="973">50.250574526693114</cx:pt>
          <cx:pt idx="974">62.418919142098368</cx:pt>
          <cx:pt idx="975">42.552687314397105</cx:pt>
          <cx:pt idx="976">46.648815310479435</cx:pt>
          <cx:pt idx="977">55.073147113794725</cx:pt>
          <cx:pt idx="978">50.096401040214786</cx:pt>
          <cx:pt idx="979">38.433840965025794</cx:pt>
          <cx:pt idx="980">45.086854597674559</cx:pt>
          <cx:pt idx="981">72.672276800604692</cx:pt>
          <cx:pt idx="982">48.662823941438738</cx:pt>
          <cx:pt idx="983">88.965104585960617</cx:pt>
          <cx:pt idx="984">47.923470372412325</cx:pt>
          <cx:pt idx="985">31.144163081831408</cx:pt>
          <cx:pt idx="986">30.97477930419485</cx:pt>
          <cx:pt idx="987">55.831044826939902</cx:pt>
          <cx:pt idx="988">48.874610245222982</cx:pt>
          <cx:pt idx="989">55.485548600002048</cx:pt>
          <cx:pt idx="990">60.526910535332092</cx:pt>
          <cx:pt idx="991">55.47617123031965</cx:pt>
          <cx:pt idx="992">47.362975962586766</cx:pt>
          <cx:pt idx="993">44.063571429722693</cx:pt>
          <cx:pt idx="994">42.021493505855872</cx:pt>
          <cx:pt idx="995">54.167758113824107</cx:pt>
          <cx:pt idx="996">43.863336047781317</cx:pt>
          <cx:pt idx="997">40.129305914857788</cx:pt>
          <cx:pt idx="998">45.450595768054484</cx:pt>
          <cx:pt idx="999">49.991947771424591</cx:pt>
          <cx:pt idx="1000">29.535415267647721</cx:pt>
          <cx:pt idx="1001">36.217334120423139</cx:pt>
          <cx:pt idx="1002">47.728864914005818</cx:pt>
          <cx:pt idx="1003">44.680201524735565</cx:pt>
          <cx:pt idx="1004">43.652253553737296</cx:pt>
          <cx:pt idx="1005">51.336844379900811</cx:pt>
          <cx:pt idx="1006">58.926849505749907</cx:pt>
          <cx:pt idx="1007">44.56326568687205</cx:pt>
          <cx:pt idx="1008">53.800465343537567</cx:pt>
          <cx:pt idx="1009">32.412264299223182</cx:pt>
          <cx:pt idx="1010">70.38385517584581</cx:pt>
          <cx:pt idx="1011">38.271232288929689</cx:pt>
          <cx:pt idx="1012">59.031459282302606</cx:pt>
          <cx:pt idx="1013">27.425207395176745</cx:pt>
          <cx:pt idx="1014">58.026123116214237</cx:pt>
          <cx:pt idx="1015">64.836900784792434</cx:pt>
          <cx:pt idx="1016">43.557979937230122</cx:pt>
          <cx:pt idx="1017">37.488902522132555</cx:pt>
          <cx:pt idx="1018">43.9212071090856</cx:pt>
          <cx:pt idx="1019">45.317985082747711</cx:pt>
          <cx:pt idx="1020">54.748606542469972</cx:pt>
          <cx:pt idx="1021">46.761603180320527</cx:pt>
          <cx:pt idx="1022">24.729761824909268</cx:pt>
          <cx:pt idx="1023">66.092228741109963</cx:pt>
          <cx:pt idx="1024">54.137708857263753</cx:pt>
          <cx:pt idx="1025">74.27542262875086</cx:pt>
          <cx:pt idx="1026">46.427776162723767</cx:pt>
          <cx:pt idx="1027">52.020574576566119</cx:pt>
          <cx:pt idx="1028">46.162544286726074</cx:pt>
          <cx:pt idx="1029">47.070974082026822</cx:pt>
          <cx:pt idx="1030">53.842138419089743</cx:pt>
          <cx:pt idx="1031">32.194315986528856</cx:pt>
          <cx:pt idx="1032">58.95370364309268</cx:pt>
          <cx:pt idx="1033">58.19889292418442</cx:pt>
          <cx:pt idx="1034">60.561073992188319</cx:pt>
          <cx:pt idx="1035">48.358276491691939</cx:pt>
          <cx:pt idx="1036">62.028648601201354</cx:pt>
          <cx:pt idx="1037">41.226967053528668</cx:pt>
          <cx:pt idx="1038">51.75148835801123</cx:pt>
          <cx:pt idx="1039">55.690098712647327</cx:pt>
          <cx:pt idx="1040">48.437231080018485</cx:pt>
          <cx:pt idx="1041">50.61883387817582</cx:pt>
          <cx:pt idx="1042">45.581641476356658</cx:pt>
          <cx:pt idx="1043">37.424237357136249</cx:pt>
          <cx:pt idx="1044">56.331376876238139</cx:pt>
          <cx:pt idx="1045">51.813251582244327</cx:pt>
          <cx:pt idx="1046">35.414616260315327</cx:pt>
          <cx:pt idx="1047">51.516760326091571</cx:pt>
          <cx:pt idx="1048">61.8825657539644</cx:pt>
          <cx:pt idx="1049">71.963338497538103</cx:pt>
          <cx:pt idx="1050">42.309280202783391</cx:pt>
          <cx:pt idx="1051">58.814183287577322</cx:pt>
          <cx:pt idx="1052">53.557281091498652</cx:pt>
          <cx:pt idx="1053">47.265112447417899</cx:pt>
          <cx:pt idx="1054">44.433294277199565</cx:pt>
          <cx:pt idx="1055">63.330493155705426</cx:pt>
          <cx:pt idx="1056">46.487625706124177</cx:pt>
          <cx:pt idx="1057">16.736160598131193</cx:pt>
          <cx:pt idx="1058">52.560851972670854</cx:pt>
          <cx:pt idx="1059">34.036431521417782</cx:pt>
          <cx:pt idx="1060">46.828304995704265</cx:pt>
          <cx:pt idx="1061">34.667731574729203</cx:pt>
          <cx:pt idx="1062">68.886961066305332</cx:pt>
          <cx:pt idx="1063">45.940785355673441</cx:pt>
          <cx:pt idx="1064">56.507769513245421</cx:pt>
          <cx:pt idx="1065">57.2668547487255</cx:pt>
          <cx:pt idx="1066">25.025685692362785</cx:pt>
          <cx:pt idx="1067">65.655671750288846</cx:pt>
          <cx:pt idx="1068">48.435913888190932</cx:pt>
          <cx:pt idx="1069">60.337341547211366</cx:pt>
          <cx:pt idx="1070">48.557186311578668</cx:pt>
          <cx:pt idx="1071">41.671142075149646</cx:pt>
          <cx:pt idx="1072">58.861449939120433</cx:pt>
          <cx:pt idx="1073">48.153624738032413</cx:pt>
          <cx:pt idx="1074">50.933413019985856</cx:pt>
          <cx:pt idx="1075">56.164255863307304</cx:pt>
          <cx:pt idx="1076">45.575421310516013</cx:pt>
          <cx:pt idx="1077">60.408378569388361</cx:pt>
          <cx:pt idx="1078">57.972704159415755</cx:pt>
          <cx:pt idx="1079">53.859284177488</cx:pt>
          <cx:pt idx="1080">46.070210634650124</cx:pt>
          <cx:pt idx="1081">45.237890390721702</cx:pt>
          <cx:pt idx="1082">47.229076215164334</cx:pt>
          <cx:pt idx="1083">64.836559496689659</cx:pt>
          <cx:pt idx="1084">58.472896110371046</cx:pt>
          <cx:pt idx="1085">27.793382354824136</cx:pt>
          <cx:pt idx="1086">48.69017367822682</cx:pt>
          <cx:pt idx="1087">46.973563064224237</cx:pt>
          <cx:pt idx="1088">50.801282026527474</cx:pt>
          <cx:pt idx="1089">43.402905508593278</cx:pt>
          <cx:pt idx="1090">63.076092568718899</cx:pt>
          <cx:pt idx="1091">44.217496131582429</cx:pt>
          <cx:pt idx="1092">43.610006541102464</cx:pt>
          <cx:pt idx="1093">61.027600071188544</cx:pt>
          <cx:pt idx="1094">39.182627277940291</cx:pt>
          <cx:pt idx="1095">38.172683884345219</cx:pt>
          <cx:pt idx="1096">41.121890606654951</cx:pt>
          <cx:pt idx="1097">63.30498608872761</cx:pt>
          <cx:pt idx="1098">39.418158099446465</cx:pt>
          <cx:pt idx="1099">51.713391765787392</cx:pt>
          <cx:pt idx="1100">67.039377279569536</cx:pt>
          <cx:pt idx="1101">56.542432065693113</cx:pt>
          <cx:pt idx="1102">59.131235538596442</cx:pt>
          <cx:pt idx="1103">46.845699350395549</cx:pt>
          <cx:pt idx="1104">36.168904404167456</cx:pt>
          <cx:pt idx="1105">66.772983141637553</cx:pt>
          <cx:pt idx="1106">54.196814766095976</cx:pt>
          <cx:pt idx="1107">57.900771019850836</cx:pt>
          <cx:pt idx="1108">58.747216128921764</cx:pt>
          <cx:pt idx="1109">30.792814549649265</cx:pt>
          <cx:pt idx="1110">50.872317024228636</cx:pt>
          <cx:pt idx="1111">58.052910300616261</cx:pt>
          <cx:pt idx="1112">44.388398587571103</cx:pt>
          <cx:pt idx="1113">49.37201325635165</cx:pt>
          <cx:pt idx="1114">34.765415690562079</cx:pt>
          <cx:pt idx="1115">51.676040227046727</cx:pt>
          <cx:pt idx="1116">51.791840701230058</cx:pt>
          <cx:pt idx="1117">47.567352434782975</cx:pt>
          <cx:pt idx="1118">34.358565502047441</cx:pt>
          <cx:pt idx="1119">56.58244821915028</cx:pt>
          <cx:pt idx="1120">62.385444835942096</cx:pt>
          <cx:pt idx="1121">47.053203351504948</cx:pt>
          <cx:pt idx="1122">32.04792581720212</cx:pt>
          <cx:pt idx="1123">71.680398775485259</cx:pt>
          <cx:pt idx="1124">44.926502022960179</cx:pt>
          <cx:pt idx="1125">60.859234924824179</cx:pt>
          <cx:pt idx="1126">55.02477109953621</cx:pt>
          <cx:pt idx="1127">58.686528184732339</cx:pt>
          <cx:pt idx="1128">55.889092060750905</cx:pt>
          <cx:pt idx="1129">67.794274571607687</cx:pt>
          <cx:pt idx="1130">47.970308483554483</cx:pt>
          <cx:pt idx="1131">62.116451266679952</cx:pt>
          <cx:pt idx="1132">44.329847578875061</cx:pt>
          <cx:pt idx="1133">44.642707939397575</cx:pt>
          <cx:pt idx="1134">43.034840722674524</cx:pt>
          <cx:pt idx="1135">51.196935313908511</cx:pt>
          <cx:pt idx="1136">42.965858306117845</cx:pt>
          <cx:pt idx="1137">48.206590909522554</cx:pt>
          <cx:pt idx="1138">64.23600617485387</cx:pt>
          <cx:pt idx="1139">48.763121664552529</cx:pt>
          <cx:pt idx="1140">46.355242112609794</cx:pt>
          <cx:pt idx="1141">47.147851027993845</cx:pt>
          <cx:pt idx="1142">49.85204261176608</cx:pt>
          <cx:pt idx="1143">54.565838958481521</cx:pt>
          <cx:pt idx="1144">52.05877691138452</cx:pt>
          <cx:pt idx="1145">29.819490095064104</cx:pt>
          <cx:pt idx="1146">49.414649684903353</cx:pt>
          <cx:pt idx="1147">68.974273985491038</cx:pt>
          <cx:pt idx="1148">45.209372163490663</cx:pt>
          <cx:pt idx="1149">39.468028982634877</cx:pt>
          <cx:pt idx="1150">62.336186877825469</cx:pt>
          <cx:pt idx="1151">58.157141764521256</cx:pt>
          <cx:pt idx="1152">47.770847463916972</cx:pt>
          <cx:pt idx="1153">42.085581052341652</cx:pt>
          <cx:pt idx="1154">46.259466271016606</cx:pt>
          <cx:pt idx="1155">52.137999739594221</cx:pt>
          <cx:pt idx="1156">57.858741790342478</cx:pt>
          <cx:pt idx="1157">46.940732337496208</cx:pt>
          <cx:pt idx="1158">67.689047391321083</cx:pt>
          <cx:pt idx="1159">35.118890321870069</cx:pt>
          <cx:pt idx="1160">46.104953982607626</cx:pt>
          <cx:pt idx="1161">39.532565815134774</cx:pt>
          <cx:pt idx="1162">68.983992345937764</cx:pt>
          <cx:pt idx="1163">52.005442954356155</cx:pt>
          <cx:pt idx="1164">61.881890281646761</cx:pt>
          <cx:pt idx="1165">60.602403749349364</cx:pt>
          <cx:pt idx="1166">36.08363893953355</cx:pt>
          <cx:pt idx="1167">46.338794801189053</cx:pt>
          <cx:pt idx="1168">53.705165221618984</cx:pt>
          <cx:pt idx="1169">49.639753259937649</cx:pt>
          <cx:pt idx="1170">41.703413024226037</cx:pt>
          <cx:pt idx="1171">37.600884235811129</cx:pt>
          <cx:pt idx="1172">36.157970213644518</cx:pt>
          <cx:pt idx="1173">50.981204240664177</cx:pt>
          <cx:pt idx="1174">36.838924266392794</cx:pt>
          <cx:pt idx="1175">51.791044896877956</cx:pt>
          <cx:pt idx="1176">35.388063151977718</cx:pt>
          <cx:pt idx="1177">52.856213331228204</cx:pt>
          <cx:pt idx="1178">34.572356182541647</cx:pt>
          <cx:pt idx="1179">65.472933834178264</cx:pt>
          <cx:pt idx="1180">45.71532750149256</cx:pt>
          <cx:pt idx="1181">40.554055625125116</cx:pt>
          <cx:pt idx="1182">32.337063884489403</cx:pt>
          <cx:pt idx="1183">73.223966831620942</cx:pt>
          <cx:pt idx="1184">68.573037089924455</cx:pt>
          <cx:pt idx="1185">58.019037841311913</cx:pt>
          <cx:pt idx="1186">57.443855160197622</cx:pt>
          <cx:pt idx="1187">58.470583729232061</cx:pt>
          <cx:pt idx="1188">50.990333428998269</cx:pt>
          <cx:pt idx="1189">44.067519387668675</cx:pt>
          <cx:pt idx="1190">48.596266502641626</cx:pt>
          <cx:pt idx="1191">61.656403541058395</cx:pt>
          <cx:pt idx="1192">49.504181159749123</cx:pt>
          <cx:pt idx="1193">29.511688471297401</cx:pt>
          <cx:pt idx="1194">55.342431629409624</cx:pt>
          <cx:pt idx="1195">35.078780507897775</cx:pt>
          <cx:pt idx="1196">42.45694427084365</cx:pt>
          <cx:pt idx="1197">63.802274881356112</cx:pt>
          <cx:pt idx="1198">57.554931263256847</cx:pt>
          <cx:pt idx="1199">40.639290367190085</cx:pt>
          <cx:pt idx="1200">54.223827444653622</cx:pt>
          <cx:pt idx="1201">46.938676493364014</cx:pt>
          <cx:pt idx="1202">63.584216829530419</cx:pt>
          <cx:pt idx="1203">55.179864644086166</cx:pt>
          <cx:pt idx="1204">63.1603514000969</cx:pt>
          <cx:pt idx="1205">39.12796390480554</cx:pt>
          <cx:pt idx="1206">54.77552280078222</cx:pt>
          <cx:pt idx="1207">61.523933724330035</cx:pt>
          <cx:pt idx="1208">51.352120305295941</cx:pt>
          <cx:pt idx="1209">47.671870826716855</cx:pt>
          <cx:pt idx="1210">54.982286583207085</cx:pt>
          <cx:pt idx="1211">41.759829414403541</cx:pt>
          <cx:pt idx="1212">53.511820270970745</cx:pt>
          <cx:pt idx="1213">49.950449244735964</cx:pt>
          <cx:pt idx="1214">57.432975709707392</cx:pt>
          <cx:pt idx="1215">40.749273797965934</cx:pt>
          <cx:pt idx="1216">58.694334713607788</cx:pt>
          <cx:pt idx="1217">75.538796958398251</cx:pt>
          <cx:pt idx="1218">49.534911880537692</cx:pt>
          <cx:pt idx="1219">47.927397530293163</cx:pt>
          <cx:pt idx="1220">62.142350033892811</cx:pt>
          <cx:pt idx="1221">45.077624076243325</cx:pt>
          <cx:pt idx="1222">49.330239263628449</cx:pt>
          <cx:pt idx="1223">70.132276408306353</cx:pt>
          <cx:pt idx="1224">44.499242853083764</cx:pt>
          <cx:pt idx="1225">44.344024709308222</cx:pt>
          <cx:pt idx="1226">43.218361938072817</cx:pt>
          <cx:pt idx="1227">68.800333362732545</cx:pt>
          <cx:pt idx="1228">66.080810269851327</cx:pt>
          <cx:pt idx="1229">66.527982377247056</cx:pt>
          <cx:pt idx="1230">64.310476966613521</cx:pt>
          <cx:pt idx="1231">69.564644862620696</cx:pt>
          <cx:pt idx="1232">44.430306600728606</cx:pt>
          <cx:pt idx="1233">55.09209656552239</cx:pt>
          <cx:pt idx="1234">39.100354747735651</cx:pt>
          <cx:pt idx="1235">53.716530039025606</cx:pt>
          <cx:pt idx="1236">41.199018847867222</cx:pt>
          <cx:pt idx="1237">37.148548211132209</cx:pt>
          <cx:pt idx="1238">52.843316513368706</cx:pt>
          <cx:pt idx="1239">68.965286159044467</cx:pt>
          <cx:pt idx="1240">55.175732822467367</cx:pt>
          <cx:pt idx="1241">44.474195971885656</cx:pt>
          <cx:pt idx="1242">46.503209731077192</cx:pt>
          <cx:pt idx="1243">51.089298876068298</cx:pt>
          <cx:pt idx="1244">55.131027641288291</cx:pt>
          <cx:pt idx="1245">56.81799545926517</cx:pt>
          <cx:pt idx="1246">59.875249536268562</cx:pt>
          <cx:pt idx="1247">54.218325915856354</cx:pt>
          <cx:pt idx="1248">47.355048381480451</cx:pt>
          <cx:pt idx="1249">62.257404639915805</cx:pt>
          <cx:pt idx="1250">40.584285935488666</cx:pt>
          <cx:pt idx="1251">55.572994064193502</cx:pt>
          <cx:pt idx="1252">43.136155761758374</cx:pt>
          <cx:pt idx="1253">52.558311863289276</cx:pt>
          <cx:pt idx="1254">42.401987652146779</cx:pt>
          <cx:pt idx="1255">61.182557546118325</cx:pt>
          <cx:pt idx="1256">66.011271858173856</cx:pt>
          <cx:pt idx="1257">44.281139539260543</cx:pt>
          <cx:pt idx="1258">38.733834663347338</cx:pt>
          <cx:pt idx="1259">55.354089843044719</cx:pt>
          <cx:pt idx="1260">50.434550825208234</cx:pt>
          <cx:pt idx="1261">51.446360269667302</cx:pt>
          <cx:pt idx="1262">46.910859926228071</cx:pt>
          <cx:pt idx="1263">37.730633678089809</cx:pt>
          <cx:pt idx="1264">40.211371091358188</cx:pt>
          <cx:pt idx="1265">37.706347343114651</cx:pt>
          <cx:pt idx="1266">39.330501885739778</cx:pt>
          <cx:pt idx="1267">49.458344451321992</cx:pt>
          <cx:pt idx="1268">51.975605758553918</cx:pt>
          <cx:pt idx="1269">51.34142079639129</cx:pt>
          <cx:pt idx="1270">48.06161459222632</cx:pt>
          <cx:pt idx="1271">63.075453386360344</cx:pt>
          <cx:pt idx="1272">41.059327576659243</cx:pt>
          <cx:pt idx="1273">64.364644192528061</cx:pt>
          <cx:pt idx="1274">47.409056159712833</cx:pt>
          <cx:pt idx="1275">64.524852621683578</cx:pt>
          <cx:pt idx="1276">56.249742740714879</cx:pt>
          <cx:pt idx="1277">58.179427780993741</cx:pt>
          <cx:pt idx="1278">39.133638187034407</cx:pt>
          <cx:pt idx="1279">57.70025740298005</cx:pt>
          <cx:pt idx="1280">48.691000046929176</cx:pt>
          <cx:pt idx="1281">43.780772945186918</cx:pt>
          <cx:pt idx="1282">58.106794483751798</cx:pt>
          <cx:pt idx="1283">52.182657970781683</cx:pt>
          <cx:pt idx="1284">42.637144792999806</cx:pt>
          <cx:pt idx="1285">44.818290854253632</cx:pt>
          <cx:pt idx="1286">44.128272598213897</cx:pt>
          <cx:pt idx="1287">51.642335354300862</cx:pt>
          <cx:pt idx="1288">53.508972558080487</cx:pt>
          <cx:pt idx="1289">35.269970741076627</cx:pt>
          <cx:pt idx="1290">70.950957544538696</cx:pt>
          <cx:pt idx="1291">48.401913196566596</cx:pt>
          <cx:pt idx="1292">43.461982458112921</cx:pt>
          <cx:pt idx="1293">59.565233097351388</cx:pt>
          <cx:pt idx="1294">58.155819601312416</cx:pt>
          <cx:pt idx="1295">59.889499755901525</cx:pt>
          <cx:pt idx="1296">71.033676543904889</cx:pt>
          <cx:pt idx="1297">38.147415345423795</cx:pt>
          <cx:pt idx="1298">69.34460251437801</cx:pt>
          <cx:pt idx="1299">45.119680532350131</cx:pt>
          <cx:pt idx="1300">36.028794896424415</cx:pt>
          <cx:pt idx="1301">51.762358244600151</cx:pt>
          <cx:pt idx="1302">50.611772964431523</cx:pt>
          <cx:pt idx="1303">33.335672545189254</cx:pt>
          <cx:pt idx="1304">34.203893398347901</cx:pt>
          <cx:pt idx="1305">48.875464445670765</cx:pt>
          <cx:pt idx="1306">58.486517880835635</cx:pt>
          <cx:pt idx="1307">74.809389754176479</cx:pt>
          <cx:pt idx="1308">35.128209105725645</cx:pt>
          <cx:pt idx="1309">44.74137789019349</cx:pt>
          <cx:pt idx="1310">72.945146596293938</cx:pt>
          <cx:pt idx="1311">51.180822365163536</cx:pt>
          <cx:pt idx="1312">52.156669337569618</cx:pt>
          <cx:pt idx="1313">68.178793027673734</cx:pt>
          <cx:pt idx="1314">49.779339158016263</cx:pt>
          <cx:pt idx="1315">66.150169951472051</cx:pt>
          <cx:pt idx="1316">38.656893124955218</cx:pt>
          <cx:pt idx="1317">33.706005150825234</cx:pt>
          <cx:pt idx="1318">75.005507469587343</cx:pt>
          <cx:pt idx="1319">64.892791951440159</cx:pt>
          <cx:pt idx="1320">36.854998241144926</cx:pt>
          <cx:pt idx="1321">43.081176228641922</cx:pt>
          <cx:pt idx="1322">60.647697250768715</cx:pt>
          <cx:pt idx="1323">52.459760253461688</cx:pt>
          <cx:pt idx="1324">56.147427067035181</cx:pt>
          <cx:pt idx="1325">47.983457772912558</cx:pt>
          <cx:pt idx="1326">52.998679480873719</cx:pt>
          <cx:pt idx="1327">45.184456856220883</cx:pt>
          <cx:pt idx="1328">41.735640681252384</cx:pt>
          <cx:pt idx="1329">58.29602490971731</cx:pt>
          <cx:pt idx="1330">55.358450863001408</cx:pt>
          <cx:pt idx="1331">46.413359649519677</cx:pt>
          <cx:pt idx="1332">50.813891326747132</cx:pt>
          <cx:pt idx="1333">44.54177430519502</cx:pt>
          <cx:pt idx="1334">58.158070242167554</cx:pt>
          <cx:pt idx="1335">55.677227891670881</cx:pt>
          <cx:pt idx="1336">58.041656112701105</cx:pt>
          <cx:pt idx="1337">62.783626796630379</cx:pt>
          <cx:pt idx="1338">54.042533295129516</cx:pt>
          <cx:pt idx="1339">70.475750504601862</cx:pt>
          <cx:pt idx="1340">53.131162775721563</cx:pt>
          <cx:pt idx="1341">50.812688261657534</cx:pt>
          <cx:pt idx="1342">59.285608642090139</cx:pt>
          <cx:pt idx="1343">50.098348696180224</cx:pt>
          <cx:pt idx="1344">19.476873118862812</cx:pt>
          <cx:pt idx="1345">48.294257491947413</cx:pt>
          <cx:pt idx="1346">61.796959313217087</cx:pt>
          <cx:pt idx="1347">52.364219958692402</cx:pt>
          <cx:pt idx="1348">44.007722550682168</cx:pt>
          <cx:pt idx="1349">56.223280475414811</cx:pt>
          <cx:pt idx="1350">57.52762545775645</cx:pt>
          <cx:pt idx="1351">48.176063766074115</cx:pt>
          <cx:pt idx="1352">52.685417325669192</cx:pt>
          <cx:pt idx="1353">64.784345847846012</cx:pt>
          <cx:pt idx="1354">45.20871124661187</cx:pt>
          <cx:pt idx="1355">57.506013117904573</cx:pt>
          <cx:pt idx="1356">56.641893944620776</cx:pt>
          <cx:pt idx="1357">41.801367146890342</cx:pt>
          <cx:pt idx="1358">70.159739435950314</cx:pt>
          <cx:pt idx="1359">39.257728802246774</cx:pt>
          <cx:pt idx="1360">51.864132284386706</cx:pt>
          <cx:pt idx="1361">45.596572188191189</cx:pt>
          <cx:pt idx="1362">56.739676519905267</cx:pt>
          <cx:pt idx="1363">52.155286987873723</cx:pt>
          <cx:pt idx="1364">39.921583102328739</cx:pt>
          <cx:pt idx="1365">58.235965191713532</cx:pt>
          <cx:pt idx="1366">44.523473546473397</cx:pt>
          <cx:pt idx="1367">43.688715690286095</cx:pt>
          <cx:pt idx="1368">48.546073718315739</cx:pt>
          <cx:pt idx="1369">54.84391534707396</cx:pt>
          <cx:pt idx="1370">58.852359861511935</cx:pt>
          <cx:pt idx="1371">67.93849319367429</cx:pt>
          <cx:pt idx="1372">35.791427114780873</cx:pt>
          <cx:pt idx="1373">53.519382963501869</cx:pt>
          <cx:pt idx="1374">50.668663633282499</cx:pt>
          <cx:pt idx="1375">28.431766969731711</cx:pt>
          <cx:pt idx="1376">52.475231973995136</cx:pt>
          <cx:pt idx="1377">46.21127585474391</cx:pt>
          <cx:pt idx="1378">58.343840240939514</cx:pt>
          <cx:pt idx="1379">56.689953302252917</cx:pt>
          <cx:pt idx="1380">48.06339179865099</cx:pt>
          <cx:pt idx="1381">50.93696131089586</cx:pt>
          <cx:pt idx="1382">62.710729003653626</cx:pt>
          <cx:pt idx="1383">45.564609874391444</cx:pt>
          <cx:pt idx="1384">40.768905760912951</cx:pt>
          <cx:pt idx="1385">74.754010616682294</cx:pt>
          <cx:pt idx="1386">53.208262951106875</cx:pt>
          <cx:pt idx="1387">30.313883599427932</cx:pt>
          <cx:pt idx="1388">44.183160840832194</cx:pt>
          <cx:pt idx="1389">48.941590521496146</cx:pt>
          <cx:pt idx="1390">32.050653762184183</cx:pt>
          <cx:pt idx="1391">56.332772017978257</cx:pt>
          <cx:pt idx="1392">56.799008121934229</cx:pt>
          <cx:pt idx="1393">46.803658718937534</cx:pt>
          <cx:pt idx="1394">41.539072480313145</cx:pt>
          <cx:pt idx="1395">43.152710084210703</cx:pt>
          <cx:pt idx="1396">34.642894052735862</cx:pt>
          <cx:pt idx="1397">57.571128111720569</cx:pt>
          <cx:pt idx="1398">56.013446504954636</cx:pt>
          <cx:pt idx="1399">39.560512978598993</cx:pt>
          <cx:pt idx="1400">31.977744006400886</cx:pt>
          <cx:pt idx="1401">45.104007095146613</cx:pt>
          <cx:pt idx="1402">39.74799291873213</cx:pt>
          <cx:pt idx="1403">65.002830442814101</cx:pt>
          <cx:pt idx="1404">55.28238417064739</cx:pt>
          <cx:pt idx="1405">38.622095429078826</cx:pt>
          <cx:pt idx="1406">51.355471570845538</cx:pt>
          <cx:pt idx="1407">52.39687186112878</cx:pt>
          <cx:pt idx="1408">32.714998099420768</cx:pt>
          <cx:pt idx="1409">53.588704976081701</cx:pt>
          <cx:pt idx="1410">42.613375294275492</cx:pt>
          <cx:pt idx="1411">58.567346527240254</cx:pt>
          <cx:pt idx="1412">52.105568993306719</cx:pt>
          <cx:pt idx="1413">71.213318431910906</cx:pt>
          <cx:pt idx="1414">31.065707787240299</cx:pt>
          <cx:pt idx="1415">48.559781791573542</cx:pt>
          <cx:pt idx="1416">32.4402596565347</cx:pt>
          <cx:pt idx="1417">65.016738305610033</cx:pt>
          <cx:pt idx="1418">50.446974045993734</cx:pt>
          <cx:pt idx="1419">43.067360561348053</cx:pt>
          <cx:pt idx="1420">56.852693831024766</cx:pt>
          <cx:pt idx="1421">60.006637638556995</cx:pt>
          <cx:pt idx="1422">24.743648021632353</cx:pt>
          <cx:pt idx="1423">43.857125396663214</cx:pt>
          <cx:pt idx="1424">51.686569981888248</cx:pt>
          <cx:pt idx="1425">46.253984916990454</cx:pt>
          <cx:pt idx="1426">69.242946986994198</cx:pt>
          <cx:pt idx="1427">35.438338704979117</cx:pt>
          <cx:pt idx="1428">60.675670795805253</cx:pt>
          <cx:pt idx="1429">49.068508091526986</cx:pt>
          <cx:pt idx="1430">45.595284772536758</cx:pt>
          <cx:pt idx="1431">52.014833884246421</cx:pt>
          <cx:pt idx="1432">52.429826076587482</cx:pt>
          <cx:pt idx="1433">41.461363707752703</cx:pt>
          <cx:pt idx="1434">48.169015482412163</cx:pt>
          <cx:pt idx="1435">52.800225787353135</cx:pt>
          <cx:pt idx="1436">54.791897094364458</cx:pt>
          <cx:pt idx="1437">52.134300643109675</cx:pt>
          <cx:pt idx="1438">48.308733449742505</cx:pt>
          <cx:pt idx="1439">61.078300232986336</cx:pt>
          <cx:pt idx="1440">58.780557080574134</cx:pt>
          <cx:pt idx="1441">31.504434375346406</cx:pt>
          <cx:pt idx="1442">64.140058717515259</cx:pt>
          <cx:pt idx="1443">54.634850432536702</cx:pt>
          <cx:pt idx="1444">48.062904664198221</cx:pt>
          <cx:pt idx="1445">59.440666785697275</cx:pt>
          <cx:pt idx="1446">47.02212251519525</cx:pt>
          <cx:pt idx="1447">42.977852956582062</cx:pt>
          <cx:pt idx="1448">29.299757856548347</cx:pt>
          <cx:pt idx="1449">33.951131977254796</cx:pt>
          <cx:pt idx="1450">39.365064471151982</cx:pt>
          <cx:pt idx="1451">46.309574823596343</cx:pt>
          <cx:pt idx="1452">48.510070843443614</cx:pt>
          <cx:pt idx="1453">62.085254334039888</cx:pt>
          <cx:pt idx="1454">59.947572178647789</cx:pt>
          <cx:pt idx="1455">60.19896605436071</cx:pt>
          <cx:pt idx="1456">42.648043912588669</cx:pt>
          <cx:pt idx="1457">42.255402820155176</cx:pt>
          <cx:pt idx="1458">67.110623728968122</cx:pt>
          <cx:pt idx="1459">35.684697534514385</cx:pt>
          <cx:pt idx="1460">46.264662911992559</cx:pt>
          <cx:pt idx="1461">40.185525623623633</cx:pt>
          <cx:pt idx="1462">60.126678649665067</cx:pt>
          <cx:pt idx="1463">59.298620912659167</cx:pt>
          <cx:pt idx="1464">66.104384638404312</cx:pt>
          <cx:pt idx="1465">39.572816837733008</cx:pt>
          <cx:pt idx="1466">45.887371064973642</cx:pt>
          <cx:pt idx="1467">65.765684010158992</cx:pt>
          <cx:pt idx="1468">48.688501772180082</cx:pt>
          <cx:pt idx="1469">36.27174104906058</cx:pt>
          <cx:pt idx="1470">55.016524972153221</cx:pt>
          <cx:pt idx="1471">45.029515884137901</cx:pt>
          <cx:pt idx="1472">49.618749489053222</cx:pt>
          <cx:pt idx="1473">40.403556765959515</cx:pt>
          <cx:pt idx="1474">48.379942576688435</cx:pt>
          <cx:pt idx="1475">64.930990181696515</cx:pt>
          <cx:pt idx="1476">42.462651487846244</cx:pt>
          <cx:pt idx="1477">45.161396040373077</cx:pt>
          <cx:pt idx="1478">42.750723092366741</cx:pt>
          <cx:pt idx="1479">54.110458113232312</cx:pt>
          <cx:pt idx="1480">52.507640735678656</cx:pt>
          <cx:pt idx="1481">56.284935850799457</cx:pt>
          <cx:pt idx="1482">58.368661621915507</cx:pt>
          <cx:pt idx="1483">57.281121944289993</cx:pt>
          <cx:pt idx="1484">66.723595850372448</cx:pt>
          <cx:pt idx="1485">48.270260390927788</cx:pt>
          <cx:pt idx="1486">44.729117351818502</cx:pt>
          <cx:pt idx="1487">38.673690682558828</cx:pt>
          <cx:pt idx="1488">60.408267282871691</cx:pt>
          <cx:pt idx="1489">59.631697306184599</cx:pt>
          <cx:pt idx="1490">34.099249339396266</cx:pt>
          <cx:pt idx="1491">47.496533632875625</cx:pt>
          <cx:pt idx="1492">57.233967519503061</cx:pt>
          <cx:pt idx="1493">50.490005532828</cx:pt>
          <cx:pt idx="1494">43.390924933051458</cx:pt>
          <cx:pt idx="1495">46.996618761876789</cx:pt>
          <cx:pt idx="1496">49.462812116324777</cx:pt>
          <cx:pt idx="1497">57.119913686579899</cx:pt>
          <cx:pt idx="1498">60.165634258202417</cx:pt>
          <cx:pt idx="1499">54.944998808975782</cx:pt>
          <cx:pt idx="1500">33.55078596903207</cx:pt>
          <cx:pt idx="1501">43.319988056080369</cx:pt>
          <cx:pt idx="1502">61.217672826053025</cx:pt>
          <cx:pt idx="1503">58.249617416013784</cx:pt>
          <cx:pt idx="1504">53.835555426087119</cx:pt>
          <cx:pt idx="1505">43.235635280469978</cx:pt>
          <cx:pt idx="1506">58.018035897234554</cx:pt>
          <cx:pt idx="1507">58.540820358152452</cx:pt>
          <cx:pt idx="1508">66.404948783849363</cx:pt>
          <cx:pt idx="1509">58.978506484562963</cx:pt>
          <cx:pt idx="1510">60.143017428540119</cx:pt>
          <cx:pt idx="1511">54.957947545175742</cx:pt>
          <cx:pt idx="1512">50.652178447102422</cx:pt>
          <cx:pt idx="1513">45.154738995513988</cx:pt>
          <cx:pt idx="1514">65.628089800372976</cx:pt>
          <cx:pt idx="1515">35.081167263894052</cx:pt>
          <cx:pt idx="1516">33.306912897680178</cx:pt>
          <cx:pt idx="1517">34.639044746272191</cx:pt>
          <cx:pt idx="1518">54.736571245860191</cx:pt>
          <cx:pt idx="1519">52.964752490563612</cx:pt>
          <cx:pt idx="1520">39.080887372937326</cx:pt>
          <cx:pt idx="1521">50.243825790672553</cx:pt>
          <cx:pt idx="1522">66.750497684831785</cx:pt>
          <cx:pt idx="1523">41.73494662876044</cx:pt>
          <cx:pt idx="1524">47.548445092807022</cx:pt>
          <cx:pt idx="1525">44.440992112880529</cx:pt>
          <cx:pt idx="1526">50.199826235920426</cx:pt>
          <cx:pt idx="1527">67.291500166104981</cx:pt>
          <cx:pt idx="1528">38.87376098297387</cx:pt>
          <cx:pt idx="1529">46.150070751251043</cx:pt>
          <cx:pt idx="1530">39.726191528269339</cx:pt>
          <cx:pt idx="1531">40.063852336687447</cx:pt>
          <cx:pt idx="1532">58.321831547581709</cx:pt>
          <cx:pt idx="1533">63.184509666095266</cx:pt>
          <cx:pt idx="1534">33.692168224188123</cx:pt>
          <cx:pt idx="1535">51.696702471367352</cx:pt>
          <cx:pt idx="1536">50.575597622320075</cx:pt>
          <cx:pt idx="1537">40.182553652975976</cx:pt>
          <cx:pt idx="1538">54.023233032095796</cx:pt>
          <cx:pt idx="1539">61.393346778950558</cx:pt>
          <cx:pt idx="1540">49.04541187903893</cx:pt>
          <cx:pt idx="1541">52.6089757118148</cx:pt>
          <cx:pt idx="1542">54.874205701787488</cx:pt>
          <cx:pt idx="1543">36.482564563119965</cx:pt>
          <cx:pt idx="1544">49.969048094085394</cx:pt>
          <cx:pt idx="1545">55.711528868772255</cx:pt>
          <cx:pt idx="1546">50.578992409222089</cx:pt>
          <cx:pt idx="1547">48.870397475325646</cx:pt>
          <cx:pt idx="1548">69.15125086697654</cx:pt>
          <cx:pt idx="1549">49.452995703368046</cx:pt>
          <cx:pt idx="1550">55.056150259131783</cx:pt>
          <cx:pt idx="1551">57.240228679780714</cx:pt>
          <cx:pt idx="1552">46.064322234342285</cx:pt>
          <cx:pt idx="1553">50.038316305056497</cx:pt>
          <cx:pt idx="1554">63.086193833641133</cx:pt>
          <cx:pt idx="1555">48.530177837632998</cx:pt>
          <cx:pt idx="1556">58.802616624539027</cx:pt>
          <cx:pt idx="1557">39.092897271866129</cx:pt>
          <cx:pt idx="1558">55.558486878293998</cx:pt>
          <cx:pt idx="1559">40.580579017839611</cx:pt>
          <cx:pt idx="1560">57.872757226652439</cx:pt>
          <cx:pt idx="1561">50.1735061230425</cx:pt>
          <cx:pt idx="1562">49.875924353092252</cx:pt>
          <cx:pt idx="1563">37.314134381749113</cx:pt>
          <cx:pt idx="1564">38.697474130310667</cx:pt>
          <cx:pt idx="1565">52.565435271802052</cx:pt>
          <cx:pt idx="1566">54.004050594879843</cx:pt>
          <cx:pt idx="1567">50.928876280157091</cx:pt>
          <cx:pt idx="1568">58.087691617768584</cx:pt>
          <cx:pt idx="1569">30.5609226663397</cx:pt>
          <cx:pt idx="1570">39.441067800190559</cx:pt>
          <cx:pt idx="1571">45.587952097382683</cx:pt>
          <cx:pt idx="1572">64.460614702732613</cx:pt>
          <cx:pt idx="1573">53.441310787424698</cx:pt>
          <cx:pt idx="1574">47.838831393317022</cx:pt>
          <cx:pt idx="1575">33.736402799193698</cx:pt>
          <cx:pt idx="1576">50.26263220195704</cx:pt>
          <cx:pt idx="1577">61.498267048159235</cx:pt>
          <cx:pt idx="1578">61.884700180090647</cx:pt>
          <cx:pt idx="1579">54.762734364019323</cx:pt>
          <cx:pt idx="1580">37.522013472024291</cx:pt>
          <cx:pt idx="1581">44.132915177708334</cx:pt>
          <cx:pt idx="1582">48.767592667438976</cx:pt>
          <cx:pt idx="1583">57.816457758437537</cx:pt>
          <cx:pt idx="1584">54.693694781366332</cx:pt>
          <cx:pt idx="1585">61.919491492316489</cx:pt>
          <cx:pt idx="1586">49.848438095665642</cx:pt>
          <cx:pt idx="1587">61.488288255470884</cx:pt>
          <cx:pt idx="1588">44.591159745506616</cx:pt>
          <cx:pt idx="1589">44.922843580491772</cx:pt>
          <cx:pt idx="1590">34.278478396411096</cx:pt>
          <cx:pt idx="1591">44.33980349592585</cx:pt>
          <cx:pt idx="1592">52.885256333373356</cx:pt>
          <cx:pt idx="1593">27.04803710175166</cx:pt>
          <cx:pt idx="1594">32.904853020027289</cx:pt>
          <cx:pt idx="1595">50.844155994267801</cx:pt>
          <cx:pt idx="1596">43.221013767503131</cx:pt>
          <cx:pt idx="1597">56.659390346396727</cx:pt>
          <cx:pt idx="1598">41.109182059368287</cx:pt>
          <cx:pt idx="1599">51.078037393657219</cx:pt>
          <cx:pt idx="1600">35.035732999842786</cx:pt>
          <cx:pt idx="1601">46.630365826236599</cx:pt>
          <cx:pt idx="1602">44.269988282558728</cx:pt>
          <cx:pt idx="1603">48.469212309090018</cx:pt>
          <cx:pt idx="1604">50.413646563328165</cx:pt>
          <cx:pt idx="1605">66.999086376374976</cx:pt>
          <cx:pt idx="1606">32.762343894292215</cx:pt>
          <cx:pt idx="1607">63.024206599984353</cx:pt>
          <cx:pt idx="1608">52.853602786936712</cx:pt>
          <cx:pt idx="1609">52.336488914855494</cx:pt>
          <cx:pt idx="1610">42.088145990123408</cx:pt>
          <cx:pt idx="1611">49.462246314158662</cx:pt>
          <cx:pt idx="1612">52.527301052530426</cx:pt>
          <cx:pt idx="1613">59.948992708997849</cx:pt>
          <cx:pt idx="1614">55.109554773708062</cx:pt>
          <cx:pt idx="1615">52.17037705613761</cx:pt>
          <cx:pt idx="1616">53.886755244373113</cx:pt>
          <cx:pt idx="1617">56.097803358743334</cx:pt>
          <cx:pt idx="1618">61.365757048893514</cx:pt>
          <cx:pt idx="1619">58.172824825559488</cx:pt>
          <cx:pt idx="1620">50.066676015858242</cx:pt>
          <cx:pt idx="1621">34.440600015745147</cx:pt>
          <cx:pt idx="1622">36.570919111801771</cx:pt>
          <cx:pt idx="1623">60.962520778542029</cx:pt>
          <cx:pt idx="1624">38.859837569306166</cx:pt>
          <cx:pt idx="1625">57.446997950165112</cx:pt>
          <cx:pt idx="1626">48.396079799243687</cx:pt>
          <cx:pt idx="1627">36.171900268972117</cx:pt>
          <cx:pt idx="1628">64.382684671426603</cx:pt>
          <cx:pt idx="1629">35.835433980196157</cx:pt>
          <cx:pt idx="1630">48.413598041666944</cx:pt>
          <cx:pt idx="1631">67.948079207084348</cx:pt>
          <cx:pt idx="1632">34.877843979376252</cx:pt>
          <cx:pt idx="1633">47.721970378926954</cx:pt>
          <cx:pt idx="1634">49.975238705991622</cx:pt>
          <cx:pt idx="1635">54.819110311764454</cx:pt>
          <cx:pt idx="1636">41.552158192991058</cx:pt>
          <cx:pt idx="1637">43.960534535809856</cx:pt>
          <cx:pt idx="1638">73.952674051700001</cx:pt>
          <cx:pt idx="1639">45.845148133535119</cx:pt>
          <cx:pt idx="1640">48.854395072549622</cx:pt>
          <cx:pt idx="1641">48.626067971363838</cx:pt>
          <cx:pt idx="1642">34.239116974990957</cx:pt>
          <cx:pt idx="1643">50.301528355267799</cx:pt>
          <cx:pt idx="1644">52.0624346925851</cx:pt>
          <cx:pt idx="1645">54.341167554583869</cx:pt>
          <cx:pt idx="1646">61.423149117293853</cx:pt>
          <cx:pt idx="1647">46.65817256982006</cx:pt>
          <cx:pt idx="1648">52.133260336767194</cx:pt>
          <cx:pt idx="1649">25.118525932548259</cx:pt>
          <cx:pt idx="1650">52.475994548633125</cx:pt>
          <cx:pt idx="1651">42.667252987499658</cx:pt>
          <cx:pt idx="1652">57.908217874529463</cx:pt>
          <cx:pt idx="1653">58.332400110753426</cx:pt>
          <cx:pt idx="1654">69.531253371820796</cx:pt>
          <cx:pt idx="1655">62.282472152521343</cx:pt>
          <cx:pt idx="1656">57.328853751153176</cx:pt>
          <cx:pt idx="1657">51.806341891582939</cx:pt>
          <cx:pt idx="1658">56.85197198598668</cx:pt>
          <cx:pt idx="1659">56.569415767953132</cx:pt>
          <cx:pt idx="1660">58.975733082689757</cx:pt>
          <cx:pt idx="1661">48.191800116401559</cx:pt>
          <cx:pt idx="1662">52.220954197419218</cx:pt>
          <cx:pt idx="1663">47.53457361802662</cx:pt>
          <cx:pt idx="1664">57.775088914433617</cx:pt>
          <cx:pt idx="1665">57.700969612391276</cx:pt>
          <cx:pt idx="1666">61.466548975118101</cx:pt>
          <cx:pt idx="1667">41.449459209242114</cx:pt>
          <cx:pt idx="1668">42.98702511189169</cx:pt>
          <cx:pt idx="1669">40.51494081368935</cx:pt>
          <cx:pt idx="1670">48.547827378387602</cx:pt>
          <cx:pt idx="1671">48.289667275407197</cx:pt>
          <cx:pt idx="1672">46.109323583948068</cx:pt>
          <cx:pt idx="1673">49.485532136746926</cx:pt>
          <cx:pt idx="1674">54.099953800425482</cx:pt>
          <cx:pt idx="1675">57.796417815102814</cx:pt>
          <cx:pt idx="1676">46.309677930531556</cx:pt>
          <cx:pt idx="1677">42.895767080773602</cx:pt>
          <cx:pt idx="1678">62.152040943318099</cx:pt>
          <cx:pt idx="1679">51.163860912313126</cx:pt>
          <cx:pt idx="1680">31.801586839132096</cx:pt>
          <cx:pt idx="1681">47.096903351294536</cx:pt>
          <cx:pt idx="1682">50.89104960546306</cx:pt>
          <cx:pt idx="1683">41.820751103191533</cx:pt>
          <cx:pt idx="1684">44.628470739434967</cx:pt>
          <cx:pt idx="1685">57.520976819335743</cx:pt>
          <cx:pt idx="1686">53.617169938342457</cx:pt>
          <cx:pt idx="1687">50.214408096038049</cx:pt>
          <cx:pt idx="1688">52.033920016898797</cx:pt>
          <cx:pt idx="1689">42.944581348555388</cx:pt>
          <cx:pt idx="1690">57.134972827476588</cx:pt>
          <cx:pt idx="1691">40.679961239172286</cx:pt>
          <cx:pt idx="1692">55.084822913747189</cx:pt>
          <cx:pt idx="1693">44.463443057517253</cx:pt>
          <cx:pt idx="1694">50.571955649560778</cx:pt>
          <cx:pt idx="1695">54.685771264024112</cx:pt>
          <cx:pt idx="1696">43.778210711991441</cx:pt>
          <cx:pt idx="1697">55.597978377748163</cx:pt>
          <cx:pt idx="1698">40.778502056334283</cx:pt>
          <cx:pt idx="1699">57.301937398868887</cx:pt>
          <cx:pt idx="1700">42.648540193351877</cx:pt>
          <cx:pt idx="1701">41.532059406057883</cx:pt>
          <cx:pt idx="1702">52.07465831809094</cx:pt>
          <cx:pt idx="1703">41.811279046684064</cx:pt>
          <cx:pt idx="1704">48.151671776405053</cx:pt>
          <cx:pt idx="1705">49.60305463584082</cx:pt>
          <cx:pt idx="1706">46.436016859592009</cx:pt>
          <cx:pt idx="1707">53.435280622614997</cx:pt>
          <cx:pt idx="1708">44.475937492551282</cx:pt>
          <cx:pt idx="1709">44.331863833921268</cx:pt>
          <cx:pt idx="1710">35.113611879566342</cx:pt>
          <cx:pt idx="1711">60.708477055128505</cx:pt>
          <cx:pt idx="1712">31.323592724388831</cx:pt>
          <cx:pt idx="1713">42.378832273251689</cx:pt>
          <cx:pt idx="1714">32.384536628872169</cx:pt>
          <cx:pt idx="1715">32.087747464869295</cx:pt>
          <cx:pt idx="1716">53.086355376793236</cx:pt>
          <cx:pt idx="1717">60.794817016378218</cx:pt>
          <cx:pt idx="1718">60.319819793561649</cx:pt>
          <cx:pt idx="1719">55.261829886906483</cx:pt>
          <cx:pt idx="1720">25.574550106370989</cx:pt>
          <cx:pt idx="1721">41.549136486819364</cx:pt>
          <cx:pt idx="1722">44.06107603352212</cx:pt>
          <cx:pt idx="1723">46.875791646669839</cx:pt>
          <cx:pt idx="1724">40.808301861674401</cx:pt>
          <cx:pt idx="1725">43.374423910338884</cx:pt>
          <cx:pt idx="1726">38.200182775484848</cx:pt>
          <cx:pt idx="1727">62.092975314553939</cx:pt>
          <cx:pt idx="1728">50.775746236839325</cx:pt>
          <cx:pt idx="1729">75.978931104376514</cx:pt>
          <cx:pt idx="1730">31.227595332318817</cx:pt>
          <cx:pt idx="1731">45.51003108951447</cx:pt>
          <cx:pt idx="1732">62.022160398303093</cx:pt>
          <cx:pt idx="1733">64.51403006525787</cx:pt>
          <cx:pt idx="1734">53.950979199380839</cx:pt>
          <cx:pt idx="1735">48.664762678961957</cx:pt>
          <cx:pt idx="1736">36.27636273699558</cx:pt>
          <cx:pt idx="1737">65.075866619359488</cx:pt>
          <cx:pt idx="1738">43.423609336257954</cx:pt>
          <cx:pt idx="1739">59.792292701511442</cx:pt>
          <cx:pt idx="1740">61.700861311337881</cx:pt>
          <cx:pt idx="1741">66.26254130317686</cx:pt>
          <cx:pt idx="1742">51.580809377445213</cx:pt>
          <cx:pt idx="1743">34.058179343129162</cx:pt>
          <cx:pt idx="1744">72.385319611631616</cx:pt>
          <cx:pt idx="1745">33.951677741417186</cx:pt>
          <cx:pt idx="1746">42.362679167304059</cx:pt>
          <cx:pt idx="1747">44.05966045857879</cx:pt>
          <cx:pt idx="1748">34.703184157492245</cx:pt>
          <cx:pt idx="1749">46.815909088585236</cx:pt>
          <cx:pt idx="1750">38.964485050688786</cx:pt>
          <cx:pt idx="1751">41.660411612739701</cx:pt>
          <cx:pt idx="1752">45.114767047323966</cx:pt>
          <cx:pt idx="1753">50.951507123936473</cx:pt>
          <cx:pt idx="1754">43.1345704711811</cx:pt>
          <cx:pt idx="1755">29.204463537239164</cx:pt>
          <cx:pt idx="1756">60.355016669148213</cx:pt>
          <cx:pt idx="1757">62.600939849182183</cx:pt>
          <cx:pt idx="1758">53.908109228643944</cx:pt>
          <cx:pt idx="1759">68.023084917094877</cx:pt>
          <cx:pt idx="1760">43.204637345199494</cx:pt>
          <cx:pt idx="1761">47.479405469253443</cx:pt>
          <cx:pt idx="1762">44.759905819475861</cx:pt>
          <cx:pt idx="1763">32.284841434504727</cx:pt>
          <cx:pt idx="1764">48.822257102164457</cx:pt>
          <cx:pt idx="1765">47.668767011950045</cx:pt>
          <cx:pt idx="1766">43.110347561301687</cx:pt>
          <cx:pt idx="1767">51.8059354990176</cx:pt>
          <cx:pt idx="1768">49.109547094853511</cx:pt>
          <cx:pt idx="1769">58.220145270796777</cx:pt>
          <cx:pt idx="1770">58.872177699098863</cx:pt>
          <cx:pt idx="1771">51.918384754059637</cx:pt>
          <cx:pt idx="1772">57.428377591755861</cx:pt>
          <cx:pt idx="1773">48.176531323363534</cx:pt>
          <cx:pt idx="1774">47.452717238416135</cx:pt>
          <cx:pt idx="1775">42.055622893006316</cx:pt>
          <cx:pt idx="1776">29.788830959070765</cx:pt>
          <cx:pt idx="1777">58.596163290210583</cx:pt>
          <cx:pt idx="1778">51.355163067436962</cx:pt>
          <cx:pt idx="1779">52.575701222715011</cx:pt>
          <cx:pt idx="1780">47.032746372513941</cx:pt>
          <cx:pt idx="1781">45.503251770732689</cx:pt>
          <cx:pt idx="1782">47.579149405919864</cx:pt>
          <cx:pt idx="1783">35.896462067319149</cx:pt>
          <cx:pt idx="1784">45.616157825415655</cx:pt>
          <cx:pt idx="1785">46.522484972830355</cx:pt>
          <cx:pt idx="1786">47.881835677293132</cx:pt>
          <cx:pt idx="1787">48.05010707161118</cx:pt>
          <cx:pt idx="1788">32.631793184320927</cx:pt>
          <cx:pt idx="1789">47.169543970567247</cx:pt>
          <cx:pt idx="1790">52.001948329028743</cx:pt>
          <cx:pt idx="1791">36.373092202324514</cx:pt>
          <cx:pt idx="1792">51.788494722691766</cx:pt>
          <cx:pt idx="1793">53.362588936138259</cx:pt>
          <cx:pt idx="1794">65.094543756704496</cx:pt>
          <cx:pt idx="1795">43.840443833312314</cx:pt>
          <cx:pt idx="1796">41.618633837289799</cx:pt>
          <cx:pt idx="1797">55.847415676279653</cx:pt>
          <cx:pt idx="1798">22.275380133985468</cx:pt>
          <cx:pt idx="1799">41.950827267244179</cx:pt>
          <cx:pt idx="1800">29.409004015436906</cx:pt>
          <cx:pt idx="1801">40.098779234354133</cx:pt>
          <cx:pt idx="1802">48.942414789822251</cx:pt>
          <cx:pt idx="1803">38.872065193221715</cx:pt>
          <cx:pt idx="1804">32.953946889596772</cx:pt>
          <cx:pt idx="1805">48.942688214473094</cx:pt>
          <cx:pt idx="1806">51.99135570564863</cx:pt>
          <cx:pt idx="1807">36.617373239838841</cx:pt>
          <cx:pt idx="1808">32.569439359977267</cx:pt>
          <cx:pt idx="1809">37.146673287215748</cx:pt>
          <cx:pt idx="1810">42.680707148456477</cx:pt>
          <cx:pt idx="1811">41.143005483030088</cx:pt>
          <cx:pt idx="1812">58.750702057197579</cx:pt>
          <cx:pt idx="1813">47.170357155850446</cx:pt>
          <cx:pt idx="1814">57.451465851565921</cx:pt>
          <cx:pt idx="1815">71.305869257224259</cx:pt>
          <cx:pt idx="1816">59.430138429039353</cx:pt>
          <cx:pt idx="1817">37.096345357060756</cx:pt>
          <cx:pt idx="1818">59.04106433895673</cx:pt>
          <cx:pt idx="1819">58.624529787044459</cx:pt>
          <cx:pt idx="1820">44.895655543177384</cx:pt>
          <cx:pt idx="1821">61.288665892862738</cx:pt>
          <cx:pt idx="1822">47.934490992139715</cx:pt>
          <cx:pt idx="1823">35.750625311938428</cx:pt>
          <cx:pt idx="1824">30.683027335327317</cx:pt>
          <cx:pt idx="1825">43.663616061622548</cx:pt>
          <cx:pt idx="1826">50.923363493153929</cx:pt>
          <cx:pt idx="1827">36.518125056172551</cx:pt>
          <cx:pt idx="1828">37.676542698948708</cx:pt>
          <cx:pt idx="1829">44.867922050707172</cx:pt>
          <cx:pt idx="1830">41.830082821036513</cx:pt>
          <cx:pt idx="1831">39.642431959926483</cx:pt>
          <cx:pt idx="1832">55.456593515189752</cx:pt>
          <cx:pt idx="1833">46.536454825071303</cx:pt>
          <cx:pt idx="1834">56.072732910085463</cx:pt>
          <cx:pt idx="1835">43.876697006008598</cx:pt>
          <cx:pt idx="1836">46.903320809585907</cx:pt>
          <cx:pt idx="1837">42.02410626065182</cx:pt>
          <cx:pt idx="1838">46.490931937428527</cx:pt>
          <cx:pt idx="1839">52.748801879972831</cx:pt>
          <cx:pt idx="1840">42.392167426511065</cx:pt>
          <cx:pt idx="1841">67.297968583049936</cx:pt>
          <cx:pt idx="1842">55.738665796190901</cx:pt>
          <cx:pt idx="1843">60.090249003394121</cx:pt>
          <cx:pt idx="1844">51.822242159483139</cx:pt>
          <cx:pt idx="1845">40.733806951850006</cx:pt>
          <cx:pt idx="1846">51.322487396213717</cx:pt>
          <cx:pt idx="1847">63.882661027722051</cx:pt>
          <cx:pt idx="1848">53.510682171229469</cx:pt>
          <cx:pt idx="1849">50.3248453257374</cx:pt>
          <cx:pt idx="1850">54.209121178334556</cx:pt>
          <cx:pt idx="1851">61.390976366942596</cx:pt>
          <cx:pt idx="1852">50.867768488056456</cx:pt>
          <cx:pt idx="1853">39.929577661949068</cx:pt>
          <cx:pt idx="1854">67.276040988452863</cx:pt>
          <cx:pt idx="1855">53.965659750550948</cx:pt>
          <cx:pt idx="1856">54.762618269993503</cx:pt>
          <cx:pt idx="1857">49.426428203752735</cx:pt>
          <cx:pt idx="1858">54.738806165435008</cx:pt>
          <cx:pt idx="1859">39.182727121894416</cx:pt>
          <cx:pt idx="1860">48.021857613415754</cx:pt>
          <cx:pt idx="1861">54.967230544585071</cx:pt>
          <cx:pt idx="1862">53.78205040676449</cx:pt>
          <cx:pt idx="1863">45.251970754635316</cx:pt>
          <cx:pt idx="1864">49.150928686004711</cx:pt>
          <cx:pt idx="1865">40.321515083027045</cx:pt>
          <cx:pt idx="1866">48.313916140100133</cx:pt>
          <cx:pt idx="1867">67.214315789518295</cx:pt>
          <cx:pt idx="1868">66.603904587886987</cx:pt>
          <cx:pt idx="1869">35.566083987409527</cx:pt>
          <cx:pt idx="1870">33.208780228226217</cx:pt>
          <cx:pt idx="1871">59.725206279552495</cx:pt>
          <cx:pt idx="1872">62.781668338467128</cx:pt>
          <cx:pt idx="1873">52.604698514740875</cx:pt>
          <cx:pt idx="1874">79.076810414658837</cx:pt>
          <cx:pt idx="1875">52.834638383856138</cx:pt>
          <cx:pt idx="1876">43.934736093148956</cx:pt>
          <cx:pt idx="1877">31.032768425251906</cx:pt>
          <cx:pt idx="1878">51.655855950658228</cx:pt>
          <cx:pt idx="1879">46.038966684181688</cx:pt>
          <cx:pt idx="1880">71.716655205309237</cx:pt>
          <cx:pt idx="1881">49.675335510134758</cx:pt>
          <cx:pt idx="1882">44.16141757050589</cx:pt>
          <cx:pt idx="1883">48.121234940655306</cx:pt>
          <cx:pt idx="1884">29.237642127030369</cx:pt>
          <cx:pt idx="1885">45.852800252562048</cx:pt>
          <cx:pt idx="1886">61.529689573580939</cx:pt>
          <cx:pt idx="1887">44.070540625720731</cx:pt>
          <cx:pt idx="1888">71.362728079090004</cx:pt>
          <cx:pt idx="1889">44.758116785292522</cx:pt>
          <cx:pt idx="1890">62.579960336703643</cx:pt>
          <cx:pt idx="1891">37.887610856083185</cx:pt>
          <cx:pt idx="1892">59.082582837497426</cx:pt>
          <cx:pt idx="1893">44.301332521425429</cx:pt>
          <cx:pt idx="1894">53.436724455794895</cx:pt>
          <cx:pt idx="1895">49.982123004256103</cx:pt>
          <cx:pt idx="1896">35.078600998284003</cx:pt>
          <cx:pt idx="1897">56.047328741597596</cx:pt>
          <cx:pt idx="1898">57.902395609157033</cx:pt>
          <cx:pt idx="1899">56.462306358777916</cx:pt>
          <cx:pt idx="1900">45.954694893076933</cx:pt>
          <cx:pt idx="1901">53.667521072108585</cx:pt>
          <cx:pt idx="1902">49.580223219984632</cx:pt>
          <cx:pt idx="1903">66.859794129104017</cx:pt>
          <cx:pt idx="1904">58.33851802464077</cx:pt>
          <cx:pt idx="1905">43.824443105906298</cx:pt>
          <cx:pt idx="1906">31.294051144359162</cx:pt>
          <cx:pt idx="1907">41.892523922911408</cx:pt>
          <cx:pt idx="1908">48.25220005256881</cx:pt>
          <cx:pt idx="1909">70.20383162586748</cx:pt>
          <cx:pt idx="1910">32.910297353201088</cx:pt>
          <cx:pt idx="1911">53.816136489176458</cx:pt>
          <cx:pt idx="1912">64.362809883063477</cx:pt>
          <cx:pt idx="1913">42.94654906085978</cx:pt>
          <cx:pt idx="1914">48.759433274397161</cx:pt>
          <cx:pt idx="1915">58.83287525684112</cx:pt>
          <cx:pt idx="1916">38.794802244338058</cx:pt>
          <cx:pt idx="1917">49.856758652570456</cx:pt>
          <cx:pt idx="1918">61.485491094311676</cx:pt>
          <cx:pt idx="1919">37.603886240113503</cx:pt>
          <cx:pt idx="1920">45.009340503700301</cx:pt>
          <cx:pt idx="1921">39.287011903568668</cx:pt>
          <cx:pt idx="1922">31.095588609952461</cx:pt>
          <cx:pt idx="1923">52.845639671588678</cx:pt>
          <cx:pt idx="1924">51.06920693456167</cx:pt>
          <cx:pt idx="1925">44.778381775464332</cx:pt>
          <cx:pt idx="1926">37.10762448996789</cx:pt>
          <cx:pt idx="1927">43.814167837291137</cx:pt>
          <cx:pt idx="1928">58.179210377952678</cx:pt>
          <cx:pt idx="1929">55.067338272049923</cx:pt>
          <cx:pt idx="1930">46.297063430513532</cx:pt>
          <cx:pt idx="1931">62.065523892559355</cx:pt>
          <cx:pt idx="1932">43.390987427267106</cx:pt>
          <cx:pt idx="1933">57.760266597756392</cx:pt>
          <cx:pt idx="1934">57.853760618643442</cx:pt>
          <cx:pt idx="1935">59.075187011766538</cx:pt>
          <cx:pt idx="1936">52.83058428930137</cx:pt>
          <cx:pt idx="1937">59.116367755607101</cx:pt>
          <cx:pt idx="1938">52.575040241600135</cx:pt>
          <cx:pt idx="1939">58.479940558862928</cx:pt>
          <cx:pt idx="1940">47.236222075313179</cx:pt>
          <cx:pt idx="1941">56.241619137751499</cx:pt>
          <cx:pt idx="1942">56.694629614302258</cx:pt>
          <cx:pt idx="1943">58.277964089948881</cx:pt>
          <cx:pt idx="1944">76.024372694193033</cx:pt>
          <cx:pt idx="1945">50.781487973716295</cx:pt>
          <cx:pt idx="1946">37.401742237064639</cx:pt>
          <cx:pt idx="1947">53.17845299378304</cx:pt>
          <cx:pt idx="1948">52.136610871521157</cx:pt>
          <cx:pt idx="1949">39.124608910377049</cx:pt>
          <cx:pt idx="1950">58.312757258803465</cx:pt>
          <cx:pt idx="1951">50.524935566432816</cx:pt>
          <cx:pt idx="1952">59.455538553061203</cx:pt>
          <cx:pt idx="1953">36.575293031078765</cx:pt>
          <cx:pt idx="1954">46.704042022042451</cx:pt>
          <cx:pt idx="1955">43.94728310016415</cx:pt>
          <cx:pt idx="1956">67.06973238227215</cx:pt>
          <cx:pt idx="1957">43.493103775383815</cx:pt>
          <cx:pt idx="1958">38.983161101891461</cx:pt>
          <cx:pt idx="1959">49.999134008697446</cx:pt>
          <cx:pt idx="1960">51.028081519769067</cx:pt>
          <cx:pt idx="1961">45.111521124345998</cx:pt>
          <cx:pt idx="1962">61.025354088164839</cx:pt>
          <cx:pt idx="1963">41.343085916108699</cx:pt>
          <cx:pt idx="1964">53.256922539512175</cx:pt>
          <cx:pt idx="1965">42.595268975999886</cx:pt>
          <cx:pt idx="1966">61.672462640551338</cx:pt>
          <cx:pt idx="1967">51.334448698204724</cx:pt>
          <cx:pt idx="1968">39.504411150866801</cx:pt>
          <cx:pt idx="1969">51.871439517652568</cx:pt>
          <cx:pt idx="1970">51.198099442516387</cx:pt>
          <cx:pt idx="1971">68.756497509765424</cx:pt>
          <cx:pt idx="1972">60.136331544482019</cx:pt>
          <cx:pt idx="1973">60.022045156255459</cx:pt>
          <cx:pt idx="1974">54.755866906493033</cx:pt>
          <cx:pt idx="1975">48.037607040497335</cx:pt>
          <cx:pt idx="1976">66.927889486902899</cx:pt>
          <cx:pt idx="1977">49.079562950292761</cx:pt>
          <cx:pt idx="1978">46.562278834193947</cx:pt>
          <cx:pt idx="1979">50.855401694387893</cx:pt>
          <cx:pt idx="1980">69.570913562737132</cx:pt>
          <cx:pt idx="1981">52.329462247747131</cx:pt>
          <cx:pt idx="1982">53.979780106370278</cx:pt>
          <cx:pt idx="1983">40.283328841990496</cx:pt>
          <cx:pt idx="1984">58.517353474968985</cx:pt>
          <cx:pt idx="1985">57.399974626412977</cx:pt>
          <cx:pt idx="1986">47.508361250657302</cx:pt>
          <cx:pt idx="1987">51.435096481028353</cx:pt>
          <cx:pt idx="1988">38.076860321742288</cx:pt>
          <cx:pt idx="1989">40.755481606954021</cx:pt>
          <cx:pt idx="1990">59.935286766395656</cx:pt>
          <cx:pt idx="1991">54.329827116055966</cx:pt>
          <cx:pt idx="1992">38.114977472663973</cx:pt>
          <cx:pt idx="1993">56.990743198633623</cx:pt>
          <cx:pt idx="1994">60.645729783656222</cx:pt>
          <cx:pt idx="1995">52.86964963331453</cx:pt>
          <cx:pt idx="1996">53.028845403195383</cx:pt>
          <cx:pt idx="1997">54.838477818359671</cx:pt>
          <cx:pt idx="1998">49.383203648786512</cx:pt>
          <cx:pt idx="1999">55.687940626257664</cx:pt>
          <cx:pt idx="2000">55.912726292650035</cx:pt>
          <cx:pt idx="2001">56.710513020995847</cx:pt>
          <cx:pt idx="2002">52.356061691878203</cx:pt>
          <cx:pt idx="2003">35.220853617914273</cx:pt>
          <cx:pt idx="2004">71.269798457501622</cx:pt>
          <cx:pt idx="2005">53.675225379489902</cx:pt>
          <cx:pt idx="2006">70.727658464227147</cx:pt>
          <cx:pt idx="2007">50.522114512180799</cx:pt>
          <cx:pt idx="2008">64.75447455744937</cx:pt>
          <cx:pt idx="2009">44.890222116501093</cx:pt>
          <cx:pt idx="2010">56.323392720775452</cx:pt>
          <cx:pt idx="2011">62.2686023609389</cx:pt>
          <cx:pt idx="2012">60.178508185908484</cx:pt>
          <cx:pt idx="2013">38.202134112707256</cx:pt>
          <cx:pt idx="2014">58.564304682724263</cx:pt>
          <cx:pt idx="2015">60.085915229574937</cx:pt>
          <cx:pt idx="2016">56.629223154364176</cx:pt>
          <cx:pt idx="2017">41.790832617848316</cx:pt>
          <cx:pt idx="2018">61.819522990826329</cx:pt>
          <cx:pt idx="2019">50.040732632954423</cx:pt>
          <cx:pt idx="2020">49.134138274815527</cx:pt>
          <cx:pt idx="2021">41.718961274030328</cx:pt>
          <cx:pt idx="2022">46.63351168041816</cx:pt>
          <cx:pt idx="2023">52.613677893743329</cx:pt>
          <cx:pt idx="2024">50.583567990148126</cx:pt>
          <cx:pt idx="2025">51.159388784037283</cx:pt>
          <cx:pt idx="2026">50.564051833351876</cx:pt>
          <cx:pt idx="2027">54.418780770914239</cx:pt>
          <cx:pt idx="2028">63.741061700590606</cx:pt>
          <cx:pt idx="2029">59.269069184728217</cx:pt>
          <cx:pt idx="2030">46.286414263707663</cx:pt>
          <cx:pt idx="2031">49.922941550460436</cx:pt>
          <cx:pt idx="2032">60.91302414377121</cx:pt>
          <cx:pt idx="2033">51.531852993613143</cx:pt>
          <cx:pt idx="2034">53.528830398837485</cx:pt>
          <cx:pt idx="2035">58.523775317290117</cx:pt>
          <cx:pt idx="2036">53.906373821276112</cx:pt>
          <cx:pt idx="2037">61.957325292530896</cx:pt>
          <cx:pt idx="2038">51.224670092952877</cx:pt>
          <cx:pt idx="2039">50.581011065318236</cx:pt>
          <cx:pt idx="2040">53.222648911799013</cx:pt>
          <cx:pt idx="2041">56.673139355971742</cx:pt>
          <cx:pt idx="2042">36.335310209350091</cx:pt>
          <cx:pt idx="2043">43.392326289814676</cx:pt>
          <cx:pt idx="2044">52.931961041744088</cx:pt>
          <cx:pt idx="2045">63.015539462281708</cx:pt>
          <cx:pt idx="2046">47.424909825672387</cx:pt>
          <cx:pt idx="2047">56.422135474913262</cx:pt>
          <cx:pt idx="2048">50.242910005088596</cx:pt>
          <cx:pt idx="2049">51.085295495951193</cx:pt>
          <cx:pt idx="2050">47.066932638252304</cx:pt>
          <cx:pt idx="2051">41.453794343882493</cx:pt>
          <cx:pt idx="2052">77.385119776385309</cx:pt>
          <cx:pt idx="2053">53.767980546136407</cx:pt>
          <cx:pt idx="2054">50.674378840726128</cx:pt>
          <cx:pt idx="2055">53.568603883518207</cx:pt>
          <cx:pt idx="2056">36.210780209002721</cx:pt>
          <cx:pt idx="2057">49.34457430562707</cx:pt>
          <cx:pt idx="2058">54.617196635498722</cx:pt>
          <cx:pt idx="2059">57.595988158161823</cx:pt>
          <cx:pt idx="2060">63.147305120531378</cx:pt>
          <cx:pt idx="2061">48.140953506828538</cx:pt>
          <cx:pt idx="2062">50.114818006190347</cx:pt>
          <cx:pt idx="2063">51.155767739127974</cx:pt>
          <cx:pt idx="2064">24.697973260676505</cx:pt>
          <cx:pt idx="2065">44.818781086580245</cx:pt>
          <cx:pt idx="2066">43.705283159414634</cx:pt>
          <cx:pt idx="2067">57.738843328085821</cx:pt>
          <cx:pt idx="2068">64.128879425388959</cx:pt>
          <cx:pt idx="2069">55.443185349602636</cx:pt>
          <cx:pt idx="2070">62.188714725158064</cx:pt>
          <cx:pt idx="2071">35.419611200349657</cx:pt>
          <cx:pt idx="2072">50.116019877785817</cx:pt>
          <cx:pt idx="2073">28.886424500783718</cx:pt>
          <cx:pt idx="2074">47.741854304679748</cx:pt>
          <cx:pt idx="2075">45.751670450326628</cx:pt>
          <cx:pt idx="2076">35.79660604891518</cx:pt>
          <cx:pt idx="2077">38.879398178845683</cx:pt>
          <cx:pt idx="2078">47.480149807664375</cx:pt>
          <cx:pt idx="2079">51.853772506148289</cx:pt>
          <cx:pt idx="2080">45.986310421052295</cx:pt>
          <cx:pt idx="2081">57.598055807780881</cx:pt>
          <cx:pt idx="2082">26.239070382727366</cx:pt>
          <cx:pt idx="2083">42.325554922289534</cx:pt>
          <cx:pt idx="2084">52.038535225754913</cx:pt>
          <cx:pt idx="2085">34.702854595503808</cx:pt>
          <cx:pt idx="2086">59.723229862592895</cx:pt>
          <cx:pt idx="2087">42.986352268278083</cx:pt>
          <cx:pt idx="2088">58.987164870994881</cx:pt>
          <cx:pt idx="2089">65.293199232725968</cx:pt>
          <cx:pt idx="2090">51.192017202670542</cx:pt>
          <cx:pt idx="2091">44.42346748146241</cx:pt>
          <cx:pt idx="2092">44.756400254460537</cx:pt>
          <cx:pt idx="2093">39.570780049743057</cx:pt>
          <cx:pt idx="2094">54.913972622294516</cx:pt>
          <cx:pt idx="2095">30.067728094247698</cx:pt>
          <cx:pt idx="2096">58.233128941091721</cx:pt>
          <cx:pt idx="2097">39.927473955197613</cx:pt>
          <cx:pt idx="2098">57.389300314879016</cx:pt>
          <cx:pt idx="2099">44.701675067348106</cx:pt>
          <cx:pt idx="2100">53.216235783396293</cx:pt>
          <cx:pt idx="2101">47.15408176035546</cx:pt>
          <cx:pt idx="2102">40.594438932199822</cx:pt>
          <cx:pt idx="2103">60.378212835897571</cx:pt>
          <cx:pt idx="2104">57.938445201403951</cx:pt>
          <cx:pt idx="2105">53.097917600928241</cx:pt>
          <cx:pt idx="2106">37.67538488194004</cx:pt>
          <cx:pt idx="2107">52.316536699086178</cx:pt>
          <cx:pt idx="2108">49.853922999122361</cx:pt>
          <cx:pt idx="2109">48.969765810532913</cx:pt>
          <cx:pt idx="2110">38.076327192843777</cx:pt>
          <cx:pt idx="2111">53.639263878463957</cx:pt>
          <cx:pt idx="2112">47.059473415485613</cx:pt>
          <cx:pt idx="2113">54.338806066944279</cx:pt>
          <cx:pt idx="2114">37.53361371828386</cx:pt>
          <cx:pt idx="2115">65.35797391813739</cx:pt>
          <cx:pt idx="2116">42.042335777748427</cx:pt>
          <cx:pt idx="2117">55.869197966561934</cx:pt>
          <cx:pt idx="2118">43.59634825181292</cx:pt>
          <cx:pt idx="2119">54.837558313429831</cx:pt>
          <cx:pt idx="2120">53.366713548425537</cx:pt>
          <cx:pt idx="2121">54.132938622141765</cx:pt>
          <cx:pt idx="2122">53.945112569405907</cx:pt>
          <cx:pt idx="2123">51.722546101233291</cx:pt>
          <cx:pt idx="2124">28.555920522595919</cx:pt>
          <cx:pt idx="2125">45.224399826655898</cx:pt>
          <cx:pt idx="2126">52.148928507879113</cx:pt>
          <cx:pt idx="2127">57.099642112570791</cx:pt>
          <cx:pt idx="2128">38.640474821159856</cx:pt>
          <cx:pt idx="2129">57.345399134880864</cx:pt>
          <cx:pt idx="2130">39.502974402320696</cx:pt>
          <cx:pt idx="2131">42.226779012049377</cx:pt>
          <cx:pt idx="2132">53.714491410896422</cx:pt>
          <cx:pt idx="2133">57.219400887512165</cx:pt>
          <cx:pt idx="2134">43.467993960183861</cx:pt>
          <cx:pt idx="2135">60.049766851495264</cx:pt>
          <cx:pt idx="2136">45.962145910194145</cx:pt>
          <cx:pt idx="2137">69.94756998894141</cx:pt>
          <cx:pt idx="2138">46.330324841626336</cx:pt>
          <cx:pt idx="2139">51.691984674260006</cx:pt>
          <cx:pt idx="2140">42.705699386823142</cx:pt>
          <cx:pt idx="2141">41.150488356343814</cx:pt>
          <cx:pt idx="2142">53.902810613254424</cx:pt>
          <cx:pt idx="2143">43.981892746720398</cx:pt>
          <cx:pt idx="2144">45.418007770866183</cx:pt>
          <cx:pt idx="2145">44.502688870668322</cx:pt>
          <cx:pt idx="2146">43.228761640998769</cx:pt>
          <cx:pt idx="2147">66.77613742102497</cx:pt>
          <cx:pt idx="2148">59.69447705167223</cx:pt>
          <cx:pt idx="2149">42.639806423185235</cx:pt>
          <cx:pt idx="2150">48.769898796870024</cx:pt>
          <cx:pt idx="2151">46.824474797171078</cx:pt>
          <cx:pt idx="2152">53.928748276720917</cx:pt>
          <cx:pt idx="2153">59.973303818912846</cx:pt>
          <cx:pt idx="2154">41.978524514412335</cx:pt>
          <cx:pt idx="2155">44.355215639188977</cx:pt>
          <cx:pt idx="2156">67.396549404115305</cx:pt>
          <cx:pt idx="2157">65.057293678257139</cx:pt>
          <cx:pt idx="2158">38.326558097591203</cx:pt>
          <cx:pt idx="2159">43.214577195784756</cx:pt>
          <cx:pt idx="2160">46.86898678517732</cx:pt>
          <cx:pt idx="2161">57.967522016593264</cx:pt>
          <cx:pt idx="2162">48.473663206238399</cx:pt>
          <cx:pt idx="2163">55.04248905247502</cx:pt>
          <cx:pt idx="2164">48.851522078529058</cx:pt>
          <cx:pt idx="2165">53.058511222310059</cx:pt>
          <cx:pt idx="2166">53.796517153628734</cx:pt>
          <cx:pt idx="2167">48.068008321579079</cx:pt>
          <cx:pt idx="2168">59.847009889014011</cx:pt>
          <cx:pt idx="2169">63.413223569743465</cx:pt>
          <cx:pt idx="2170">55.821360360440934</cx:pt>
          <cx:pt idx="2171">26.467012526434921</cx:pt>
          <cx:pt idx="2172">43.76565397455677</cx:pt>
          <cx:pt idx="2173">58.902546091416539</cx:pt>
          <cx:pt idx="2174">59.581229622175286</cx:pt>
          <cx:pt idx="2175">68.507257156341467</cx:pt>
          <cx:pt idx="2176">57.975586538519245</cx:pt>
          <cx:pt idx="2177">60.209998690468716</cx:pt>
          <cx:pt idx="2178">50.206147673108347</cx:pt>
          <cx:pt idx="2179">35.219754725739392</cx:pt>
          <cx:pt idx="2180">51.491619248542008</cx:pt>
          <cx:pt idx="2181">45.986222425299594</cx:pt>
          <cx:pt idx="2182">53.289062503137146</cx:pt>
          <cx:pt idx="2183">57.947637670237484</cx:pt>
          <cx:pt idx="2184">27.840970497377285</cx:pt>
          <cx:pt idx="2185">61.944057254542621</cx:pt>
          <cx:pt idx="2186">53.818213240145141</cx:pt>
          <cx:pt idx="2187">48.186659653539486</cx:pt>
          <cx:pt idx="2188">50.224030935047054</cx:pt>
          <cx:pt idx="2189">72.57645748137179</cx:pt>
          <cx:pt idx="2190">44.076692631897501</cx:pt>
          <cx:pt idx="2191">36.060681779020868</cx:pt>
          <cx:pt idx="2192">39.933458801175377</cx:pt>
          <cx:pt idx="2193">55.431845672734184</cx:pt>
          <cx:pt idx="2194">51.794043406535735</cx:pt>
          <cx:pt idx="2195">55.538567956373114</cx:pt>
          <cx:pt idx="2196">53.311309341319451</cx:pt>
          <cx:pt idx="2197">53.726343575088237</cx:pt>
          <cx:pt idx="2198">67.697634649251412</cx:pt>
          <cx:pt idx="2199">49.631722671712481</cx:pt>
          <cx:pt idx="2200">70.767595655796441</cx:pt>
          <cx:pt idx="2201">39.508968516851866</cx:pt>
          <cx:pt idx="2202">56.062328144456217</cx:pt>
          <cx:pt idx="2203">47.026633927550705</cx:pt>
          <cx:pt idx="2204">46.082444292746906</cx:pt>
          <cx:pt idx="2205">54.705307784013293</cx:pt>
          <cx:pt idx="2206">43.737438753780836</cx:pt>
          <cx:pt idx="2207">56.894009231101691</cx:pt>
          <cx:pt idx="2208">45.363964623028764</cx:pt>
          <cx:pt idx="2209">51.322285655510285</cx:pt>
          <cx:pt idx="2210">42.805005130373594</cx:pt>
          <cx:pt idx="2211">39.725514128502937</cx:pt>
          <cx:pt idx="2212">44.489750503502123</cx:pt>
          <cx:pt idx="2213">42.768660011766876</cx:pt>
          <cx:pt idx="2214">66.272106028782829</cx:pt>
          <cx:pt idx="2215">49.471957787504977</cx:pt>
          <cx:pt idx="2216">55.211376836461788</cx:pt>
          <cx:pt idx="2217">58.955651464077761</cx:pt>
          <cx:pt idx="2218">44.159508698820851</cx:pt>
          <cx:pt idx="2219">58.448536336579295</cx:pt>
          <cx:pt idx="2220">38.31849325506635</cx:pt>
          <cx:pt idx="2221">28.896064033165953</cx:pt>
          <cx:pt idx="2222">44.115036620658159</cx:pt>
          <cx:pt idx="2223">55.600782722523135</cx:pt>
          <cx:pt idx="2224">42.873056453456329</cx:pt>
          <cx:pt idx="2225">41.977565125085746</cx:pt>
          <cx:pt idx="2226">31.480533847583867</cx:pt>
          <cx:pt idx="2227">56.463393718086799</cx:pt>
          <cx:pt idx="2228">51.454078591851456</cx:pt>
          <cx:pt idx="2229">60.700015130421406</cx:pt>
          <cx:pt idx="2230">53.726417883568132</cx:pt>
          <cx:pt idx="2231">58.350815288127372</cx:pt>
          <cx:pt idx="2232">46.86186316395623</cx:pt>
          <cx:pt idx="2233">48.785007851773017</cx:pt>
          <cx:pt idx="2234">66.319081219760463</cx:pt>
          <cx:pt idx="2235">31.9956186896041</cx:pt>
          <cx:pt idx="2236">41.85322710694907</cx:pt>
          <cx:pt idx="2237">46.405456327801978</cx:pt>
          <cx:pt idx="2238">59.902881029314344</cx:pt>
          <cx:pt idx="2239">53.033713713116057</cx:pt>
          <cx:pt idx="2240">52.493578909945349</cx:pt>
          <cx:pt idx="2241">51.931773754087317</cx:pt>
          <cx:pt idx="2242">37.411706915454531</cx:pt>
          <cx:pt idx="2243">43.488713717948912</cx:pt>
          <cx:pt idx="2244">55.716899277147299</cx:pt>
          <cx:pt idx="2245">36.045906834185011</cx:pt>
          <cx:pt idx="2246">36.25292535403824</cx:pt>
          <cx:pt idx="2247">66.172952781443044</cx:pt>
          <cx:pt idx="2248">52.304466468749133</cx:pt>
          <cx:pt idx="2249">38.098695727165946</cx:pt>
          <cx:pt idx="2250">49.599258905238102</cx:pt>
          <cx:pt idx="2251">49.468486606856317</cx:pt>
          <cx:pt idx="2252">52.260352238237886</cx:pt>
          <cx:pt idx="2253">46.393127532635141</cx:pt>
          <cx:pt idx="2254">55.359982934374742</cx:pt>
          <cx:pt idx="2255">41.568535874233078</cx:pt>
          <cx:pt idx="2256">33.943394484783965</cx:pt>
          <cx:pt idx="2257">54.516126435287227</cx:pt>
          <cx:pt idx="2258">46.931924246106369</cx:pt>
          <cx:pt idx="2259">60.782235187782419</cx:pt>
          <cx:pt idx="2260">53.128531506204403</cx:pt>
          <cx:pt idx="2261">46.742844813408709</cx:pt>
          <cx:pt idx="2262">37.969724585983812</cx:pt>
          <cx:pt idx="2263">49.04916117642486</cx:pt>
          <cx:pt idx="2264">29.560950971260539</cx:pt>
          <cx:pt idx="2265">55.5689075425149</cx:pt>
          <cx:pt idx="2266">32.631097951003412</cx:pt>
          <cx:pt idx="2267">58.08447144750717</cx:pt>
          <cx:pt idx="2268">50.791771530748093</cx:pt>
          <cx:pt idx="2269">67.406916562355576</cx:pt>
          <cx:pt idx="2270">53.76069721302423</cx:pt>
          <cx:pt idx="2271">50.603483391676342</cx:pt>
          <cx:pt idx="2272">49.784929221338473</cx:pt>
          <cx:pt idx="2273">45.145785662340039</cx:pt>
          <cx:pt idx="2274">64.245635032566199</cx:pt>
          <cx:pt idx="2275">49.354856921069484</cx:pt>
          <cx:pt idx="2276">33.249831688286655</cx:pt>
          <cx:pt idx="2277">53.305012430882762</cx:pt>
          <cx:pt idx="2278">54.249053751024015</cx:pt>
          <cx:pt idx="2279">45.177801672775843</cx:pt>
          <cx:pt idx="2280">48.671843636704224</cx:pt>
          <cx:pt idx="2281">49.749956578054352</cx:pt>
          <cx:pt idx="2282">76.553127758265816</cx:pt>
          <cx:pt idx="2283">47.646740447355</cx:pt>
          <cx:pt idx="2284">51.246578282841725</cx:pt>
          <cx:pt idx="2285">52.166484302853306</cx:pt>
          <cx:pt idx="2286">58.604022775226952</cx:pt>
          <cx:pt idx="2287">49.019720008225498</cx:pt>
          <cx:pt idx="2288">50.069631052698973</cx:pt>
          <cx:pt idx="2289">49.850772515592013</cx:pt>
          <cx:pt idx="2290">50.287770697352855</cx:pt>
          <cx:pt idx="2291">57.865339453456528</cx:pt>
          <cx:pt idx="2292">35.831005182562777</cx:pt>
          <cx:pt idx="2293">48.204825684712937</cx:pt>
          <cx:pt idx="2294">50.922941589165809</cx:pt>
          <cx:pt idx="2295">57.119250714805212</cx:pt>
          <cx:pt idx="2296">47.809367940036161</cx:pt>
          <cx:pt idx="2297">36.402238282497109</cx:pt>
          <cx:pt idx="2298">61.159299346559507</cx:pt>
          <cx:pt idx="2299">47.266393567632782</cx:pt>
          <cx:pt idx="2300">35.591177848141399</cx:pt>
          <cx:pt idx="2301">32.123543955412273</cx:pt>
          <cx:pt idx="2302">60.023601218259913</cx:pt>
          <cx:pt idx="2303">53.392402981934346</cx:pt>
          <cx:pt idx="2304">57.043437597399233</cx:pt>
          <cx:pt idx="2305">26.128272248052117</cx:pt>
          <cx:pt idx="2306">41.751826375568669</cx:pt>
          <cx:pt idx="2307">34.41969588052352</cx:pt>
          <cx:pt idx="2308">54.702545663780697</cx:pt>
          <cx:pt idx="2309">48.02387664231464</cx:pt>
          <cx:pt idx="2310">52.886567869048477</cx:pt>
          <cx:pt idx="2311">51.565431807375226</cx:pt>
          <cx:pt idx="2312">32.837989358674186</cx:pt>
          <cx:pt idx="2313">38.991017832211782</cx:pt>
          <cx:pt idx="2314">38.75356193548258</cx:pt>
          <cx:pt idx="2315">53.348814363708527</cx:pt>
          <cx:pt idx="2316">39.635939727394202</cx:pt>
          <cx:pt idx="2317">53.124340708388139</cx:pt>
          <cx:pt idx="2318">58.209384131305086</cx:pt>
          <cx:pt idx="2319">54.689602786261119</cx:pt>
          <cx:pt idx="2320">65.47414805744171</cx:pt>
          <cx:pt idx="2321">42.61345028414911</cx:pt>
          <cx:pt idx="2322">59.046944896871032</cx:pt>
          <cx:pt idx="2323">54.397907233582437</cx:pt>
          <cx:pt idx="2324">34.886130179521835</cx:pt>
          <cx:pt idx="2325">36.995916895822909</cx:pt>
          <cx:pt idx="2326">58.61865510403112</cx:pt>
          <cx:pt idx="2327">73.173561352985587</cx:pt>
          <cx:pt idx="2328">42.079503289824792</cx:pt>
          <cx:pt idx="2329">47.085037331813943</cx:pt>
          <cx:pt idx="2330">53.502744258428656</cx:pt>
          <cx:pt idx="2331">50.466292567801752</cx:pt>
          <cx:pt idx="2332">40.024453683952672</cx:pt>
          <cx:pt idx="2333">52.826201124650723</cx:pt>
          <cx:pt idx="2334">48.268097234046998</cx:pt>
          <cx:pt idx="2335">53.634965993745766</cx:pt>
          <cx:pt idx="2336">65.901612995752899</cx:pt>
          <cx:pt idx="2337">61.106607425631893</cx:pt>
          <cx:pt idx="2338">52.540130495073711</cx:pt>
          <cx:pt idx="2339">62.189378489684188</cx:pt>
          <cx:pt idx="2340">60.00110058896675</cx:pt>
          <cx:pt idx="2341">48.730014739393887</cx:pt>
          <cx:pt idx="2342">47.879837447530889</cx:pt>
          <cx:pt idx="2343">30.02380332614181</cx:pt>
          <cx:pt idx="2344">44.588960334532231</cx:pt>
          <cx:pt idx="2345">42.844945804415431</cx:pt>
          <cx:pt idx="2346">53.266261188863233</cx:pt>
          <cx:pt idx="2347">49.400610587808004</cx:pt>
          <cx:pt idx="2348">45.665910673960148</cx:pt>
          <cx:pt idx="2349">51.709377721317516</cx:pt>
          <cx:pt idx="2350">73.996429556032183</cx:pt>
          <cx:pt idx="2351">32.403468726174779</cx:pt>
          <cx:pt idx="2352">47.723949219360975</cx:pt>
          <cx:pt idx="2353">62.166586569537792</cx:pt>
          <cx:pt idx="2354">55.431722922648319</cx:pt>
          <cx:pt idx="2355">55.460615324097567</cx:pt>
          <cx:pt idx="2356">33.458483357635345</cx:pt>
          <cx:pt idx="2357">59.424795515028109</cx:pt>
          <cx:pt idx="2358">46.800513010569468</cx:pt>
          <cx:pt idx="2359">53.61484355412987</cx:pt>
          <cx:pt idx="2360">38.650927230975768</cx:pt>
          <cx:pt idx="2361">48.247291666617613</cx:pt>
          <cx:pt idx="2362">79.151415407981617</cx:pt>
          <cx:pt idx="2363">39.091998697734105</cx:pt>
          <cx:pt idx="2364">63.080225494762715</cx:pt>
          <cx:pt idx="2365">38.345839853778621</cx:pt>
          <cx:pt idx="2366">63.358746794472154</cx:pt>
          <cx:pt idx="2367">60.212461169207806</cx:pt>
          <cx:pt idx="2368">49.613299524497094</cx:pt>
          <cx:pt idx="2369">47.511973573813329</cx:pt>
          <cx:pt idx="2370">43.958757499347641</cx:pt>
          <cx:pt idx="2371">48.291586241555962</cx:pt>
          <cx:pt idx="2372">55.99906447022201</cx:pt>
          <cx:pt idx="2373">40.428371142519126</cx:pt>
          <cx:pt idx="2374">47.140116918009738</cx:pt>
          <cx:pt idx="2375">45.455497647679088</cx:pt>
          <cx:pt idx="2376">58.160687359282775</cx:pt>
          <cx:pt idx="2377">40.074092217423939</cx:pt>
          <cx:pt idx="2378">48.96617126121582</cx:pt>
          <cx:pt idx="2379">65.856090768787965</cx:pt>
          <cx:pt idx="2380">38.839237180427219</cx:pt>
          <cx:pt idx="2381">56.617118188578807</cx:pt>
          <cx:pt idx="2382">51.687364468543876</cx:pt>
          <cx:pt idx="2383">72.745717900745518</cx:pt>
          <cx:pt idx="2384">61.26349231947124</cx:pt>
          <cx:pt idx="2385">54.104219154766739</cx:pt>
          <cx:pt idx="2386">42.485260788979161</cx:pt>
          <cx:pt idx="2387">37.919179019420767</cx:pt>
          <cx:pt idx="2388">48.649469152502213</cx:pt>
          <cx:pt idx="2389">59.064740438659584</cx:pt>
          <cx:pt idx="2390">51.874093549135452</cx:pt>
          <cx:pt idx="2391">66.666649006704489</cx:pt>
          <cx:pt idx="2392">51.425756405047757</cx:pt>
          <cx:pt idx="2393">34.81648741463998</cx:pt>
          <cx:pt idx="2394">56.06683929539691</cx:pt>
          <cx:pt idx="2395">57.070337537774265</cx:pt>
          <cx:pt idx="2396">47.795097196178929</cx:pt>
          <cx:pt idx="2397">38.821148026549132</cx:pt>
          <cx:pt idx="2398">69.600377636600541</cx:pt>
          <cx:pt idx="2399">47.911247784288101</cx:pt>
          <cx:pt idx="2400">53.179076814426132</cx:pt>
          <cx:pt idx="2401">36.273513182471632</cx:pt>
          <cx:pt idx="2402">51.967566501841084</cx:pt>
          <cx:pt idx="2403">50.90890694275474</cx:pt>
          <cx:pt idx="2404">50.581493002477139</cx:pt>
          <cx:pt idx="2405">42.238667100144582</cx:pt>
          <cx:pt idx="2406">27.031629140211393</cx:pt>
          <cx:pt idx="2407">40.643415923005833</cx:pt>
          <cx:pt idx="2408">46.481533343719242</cx:pt>
          <cx:pt idx="2409">51.736148704262497</cx:pt>
          <cx:pt idx="2410">41.450768082544776</cx:pt>
          <cx:pt idx="2411">55.719793322221129</cx:pt>
          <cx:pt idx="2412">35.695666088147568</cx:pt>
          <cx:pt idx="2413">44.172777873054486</cx:pt>
          <cx:pt idx="2414">52.792032391899433</cx:pt>
          <cx:pt idx="2415">36.453456573536322</cx:pt>
          <cx:pt idx="2416">41.611505702488941</cx:pt>
          <cx:pt idx="2417">56.226816439562675</cx:pt>
          <cx:pt idx="2418">54.136302971807226</cx:pt>
          <cx:pt idx="2419">52.593946707946237</cx:pt>
          <cx:pt idx="2420">57.975758755468512</cx:pt>
          <cx:pt idx="2421">51.318616190916266</cx:pt>
          <cx:pt idx="2422">40.342909653121083</cx:pt>
          <cx:pt idx="2423">72.713332070728413</cx:pt>
          <cx:pt idx="2424">60.378383568531596</cx:pt>
          <cx:pt idx="2425">27.893425880172039</cx:pt>
          <cx:pt idx="2426">50.969158623860984</cx:pt>
          <cx:pt idx="2427">52.144736806127966</cx:pt>
          <cx:pt idx="2428">33.608040147950277</cx:pt>
          <cx:pt idx="2429">46.44623649899215</cx:pt>
          <cx:pt idx="2430">68.387656108302892</cx:pt>
          <cx:pt idx="2431">51.50240035032003</cx:pt>
          <cx:pt idx="2432">52.321853755826787</cx:pt>
          <cx:pt idx="2433">41.492585129972724</cx:pt>
          <cx:pt idx="2434">49.553811219884984</cx:pt>
          <cx:pt idx="2435">59.5892522435431</cx:pt>
          <cx:pt idx="2436">57.727335590263763</cx:pt>
          <cx:pt idx="2437">26.957089180857373</cx:pt>
          <cx:pt idx="2438">40.644346362360757</cx:pt>
          <cx:pt idx="2439">35.493228949684223</cx:pt>
          <cx:pt idx="2440">42.815779086771933</cx:pt>
          <cx:pt idx="2441">56.700121862852114</cx:pt>
          <cx:pt idx="2442">66.404663116457527</cx:pt>
          <cx:pt idx="2443">58.97911811888212</cx:pt>
          <cx:pt idx="2444">34.378722175805841</cx:pt>
          <cx:pt idx="2445">49.386912626252503</cx:pt>
          <cx:pt idx="2446">39.86951105025112</cx:pt>
          <cx:pt idx="2447">58.62096839149951</cx:pt>
          <cx:pt idx="2448">35.339538972480774</cx:pt>
          <cx:pt idx="2449">40.788942857058956</cx:pt>
          <cx:pt idx="2450">41.857020105504091</cx:pt>
          <cx:pt idx="2451">42.66192686914048</cx:pt>
          <cx:pt idx="2452">50.686200462315682</cx:pt>
          <cx:pt idx="2453">53.88205927825404</cx:pt>
          <cx:pt idx="2454">61.155639922305831</cx:pt>
          <cx:pt idx="2455">43.676452023758856</cx:pt>
          <cx:pt idx="2456">39.968152955401202</cx:pt>
          <cx:pt idx="2457">20.906207407381309</cx:pt>
          <cx:pt idx="2458">58.987442583363453</cx:pt>
          <cx:pt idx="2459">48.496952092579875</cx:pt>
          <cx:pt idx="2460">30.459586864088447</cx:pt>
          <cx:pt idx="2461">38.438506266435439</cx:pt>
          <cx:pt idx="2462">31.923344608543609</cx:pt>
          <cx:pt idx="2463">69.999863057377837</cx:pt>
          <cx:pt idx="2464">50.181057411558086</cx:pt>
          <cx:pt idx="2465">58.406481461698021</cx:pt>
          <cx:pt idx="2466">43.620640944920595</cx:pt>
          <cx:pt idx="2467">48.066123496354926</cx:pt>
          <cx:pt idx="2468">38.934148293502268</cx:pt>
          <cx:pt idx="2469">48.598044166571782</cx:pt>
          <cx:pt idx="2470">36.702818413520106</cx:pt>
          <cx:pt idx="2471">59.769167896010593</cx:pt>
          <cx:pt idx="2472">52.923189230639665</cx:pt>
          <cx:pt idx="2473">36.88593282687188</cx:pt>
          <cx:pt idx="2474">42.263892762996974</cx:pt>
          <cx:pt idx="2475">33.463476381970494</cx:pt>
          <cx:pt idx="2476">43.815280534111238</cx:pt>
          <cx:pt idx="2477">42.632133504883427</cx:pt>
          <cx:pt idx="2478">48.059314389628895</cx:pt>
          <cx:pt idx="2479">50.919251050397975</cx:pt>
          <cx:pt idx="2480">49.557032341605002</cx:pt>
          <cx:pt idx="2481">49.524433091418238</cx:pt>
          <cx:pt idx="2482">39.655324574079742</cx:pt>
          <cx:pt idx="2483">56.402790773954408</cx:pt>
          <cx:pt idx="2484">57.799844462464065</cx:pt>
          <cx:pt idx="2485">38.545776378887119</cx:pt>
          <cx:pt idx="2486">55.422731283735935</cx:pt>
          <cx:pt idx="2487">69.077089952573886</cx:pt>
          <cx:pt idx="2488">62.964563914306552</cx:pt>
          <cx:pt idx="2489">30.936087373605503</cx:pt>
          <cx:pt idx="2490">38.087592565379779</cx:pt>
          <cx:pt idx="2491">58.065339152573991</cx:pt>
          <cx:pt idx="2492">52.662139536517707</cx:pt>
          <cx:pt idx="2493">60.3761295841162</cx:pt>
          <cx:pt idx="2494">37.090481442348057</cx:pt>
          <cx:pt idx="2495">63.126880205154571</cx:pt>
          <cx:pt idx="2496">27.966686981002468</cx:pt>
          <cx:pt idx="2497">55.570326219102071</cx:pt>
          <cx:pt idx="2498">38.207714311330278</cx:pt>
          <cx:pt idx="2499">53.272701649444926</cx:pt>
          <cx:pt idx="2500">48.377058523357093</cx:pt>
          <cx:pt idx="2501">66.239336955158763</cx:pt>
          <cx:pt idx="2502">47.068399161513049</cx:pt>
          <cx:pt idx="2503">36.833889183810783</cx:pt>
          <cx:pt idx="2504">39.778218094591068</cx:pt>
          <cx:pt idx="2505">39.544441001280205</cx:pt>
          <cx:pt idx="2506">56.891714854501728</cx:pt>
          <cx:pt idx="2507">58.229323122813611</cx:pt>
          <cx:pt idx="2508">51.179778224994031</cx:pt>
          <cx:pt idx="2509">39.542987281948157</cx:pt>
          <cx:pt idx="2510">43.099040347219422</cx:pt>
          <cx:pt idx="2511">49.950053198019241</cx:pt>
          <cx:pt idx="2512">54.477595491177915</cx:pt>
          <cx:pt idx="2513">47.142989453154264</cx:pt>
          <cx:pt idx="2514">55.045716412339338</cx:pt>
          <cx:pt idx="2515">36.849343136064775</cx:pt>
          <cx:pt idx="2516">65.563872309506692</cx:pt>
          <cx:pt idx="2517">50.492151955084267</cx:pt>
          <cx:pt idx="2518">81.052145547291218</cx:pt>
          <cx:pt idx="2519">60.920620198855296</cx:pt>
          <cx:pt idx="2520">57.685500207638263</cx:pt>
          <cx:pt idx="2521">62.481052973297814</cx:pt>
          <cx:pt idx="2522">72.986087884037175</cx:pt>
          <cx:pt idx="2523">50.188796655457296</cx:pt>
          <cx:pt idx="2524">53.569532422357248</cx:pt>
          <cx:pt idx="2525">45.77696297884647</cx:pt>
          <cx:pt idx="2526">49.481351981821689</cx:pt>
          <cx:pt idx="2527">45.57809132449443</cx:pt>
          <cx:pt idx="2528">50.042575660590622</cx:pt>
          <cx:pt idx="2529">49.490568126272187</cx:pt>
          <cx:pt idx="2530">45.783757901142799</cx:pt>
          <cx:pt idx="2531">42.580934497690009</cx:pt>
          <cx:pt idx="2532">41.154456378188357</cx:pt>
          <cx:pt idx="2533">44.559204353939705</cx:pt>
          <cx:pt idx="2534">57.47476750351008</cx:pt>
          <cx:pt idx="2535">56.252834818948621</cx:pt>
          <cx:pt idx="2536">62.8680383760871</cx:pt>
          <cx:pt idx="2537">50.412830415635021</cx:pt>
          <cx:pt idx="2538">51.063705629758893</cx:pt>
          <cx:pt idx="2539">76.661215610073242</cx:pt>
          <cx:pt idx="2540">44.783751830608011</cx:pt>
          <cx:pt idx="2541">41.972908244632691</cx:pt>
          <cx:pt idx="2542">49.73693270207022</cx:pt>
          <cx:pt idx="2543">48.113599650298255</cx:pt>
          <cx:pt idx="2544">66.140260842487322</cx:pt>
          <cx:pt idx="2545">54.2269193405481</cx:pt>
          <cx:pt idx="2546">39.710551665801688</cx:pt>
          <cx:pt idx="2547">50.053430385625525</cx:pt>
          <cx:pt idx="2548">48.265371677374418</cx:pt>
          <cx:pt idx="2549">54.401139140357756</cx:pt>
          <cx:pt idx="2550">65.62770086316273</cx:pt>
          <cx:pt idx="2551">56.009641538404644</cx:pt>
          <cx:pt idx="2552">50.204642738504653</cx:pt>
          <cx:pt idx="2553">40.578106760182166</cx:pt>
          <cx:pt idx="2554">41.00441926011711</cx:pt>
          <cx:pt idx="2555">40.416623535550997</cx:pt>
          <cx:pt idx="2556">66.065221643171725</cx:pt>
          <cx:pt idx="2557">40.517412406139059</cx:pt>
          <cx:pt idx="2558">43.254884381198352</cx:pt>
          <cx:pt idx="2559">64.449231659712552</cx:pt>
          <cx:pt idx="2560">47.090083289599804</cx:pt>
          <cx:pt idx="2561">63.566931575298106</cx:pt>
          <cx:pt idx="2562">35.983086411512957</cx:pt>
          <cx:pt idx="2563">67.121036120761403</cx:pt>
          <cx:pt idx="2564">47.400255475450507</cx:pt>
          <cx:pt idx="2565">69.301756072407031</cx:pt>
          <cx:pt idx="2566">51.814992000449692</cx:pt>
          <cx:pt idx="2567">43.341411782996573</cx:pt>
          <cx:pt idx="2568">55.663518320372553</cx:pt>
          <cx:pt idx="2569">52.274789329598335</cx:pt>
          <cx:pt idx="2570">45.684629955955039</cx:pt>
          <cx:pt idx="2571">48.62422813107753</cx:pt>
          <cx:pt idx="2572">42.982826280610425</cx:pt>
          <cx:pt idx="2573">56.842658194926464</cx:pt>
          <cx:pt idx="2574">49.591721749825169</cx:pt>
          <cx:pt idx="2575">44.10952616520477</cx:pt>
          <cx:pt idx="2576">40.56920605907694</cx:pt>
          <cx:pt idx="2577">54.625144730251321</cx:pt>
          <cx:pt idx="2578">52.268546025045659</cx:pt>
          <cx:pt idx="2579">62.500760256940666</cx:pt>
          <cx:pt idx="2580">56.589005360274882</cx:pt>
          <cx:pt idx="2581">38.662294014784479</cx:pt>
          <cx:pt idx="2582">58.009541322086328</cx:pt>
          <cx:pt idx="2583">52.886686024266098</cx:pt>
          <cx:pt idx="2584">51.170416579495381</cx:pt>
          <cx:pt idx="2585">36.891089144003942</cx:pt>
          <cx:pt idx="2586">61.904088929113996</cx:pt>
          <cx:pt idx="2587">46.346395491791824</cx:pt>
          <cx:pt idx="2588">58.684447848298319</cx:pt>
          <cx:pt idx="2589">43.901938695036186</cx:pt>
          <cx:pt idx="2590">37.091575327716818</cx:pt>
          <cx:pt idx="2591">36.687280738207043</cx:pt>
          <cx:pt idx="2592">56.948216177673046</cx:pt>
          <cx:pt idx="2593">31.575203449036135</cx:pt>
          <cx:pt idx="2594">39.455336076246311</cx:pt>
          <cx:pt idx="2595">61.302104391886509</cx:pt>
          <cx:pt idx="2596">57.319241445296257</cx:pt>
          <cx:pt idx="2597">63.611154613865715</cx:pt>
          <cx:pt idx="2598">44.833730247282205</cx:pt>
          <cx:pt idx="2599">57.397744238845803</cx:pt>
          <cx:pt idx="2600">54.516179690858067</cx:pt>
          <cx:pt idx="2601">63.542303630331531</cx:pt>
          <cx:pt idx="2602">58.710998161586062</cx:pt>
          <cx:pt idx="2603">52.070374461730395</cx:pt>
          <cx:pt idx="2604">62.765482537978912</cx:pt>
          <cx:pt idx="2605">60.324553333385495</cx:pt>
          <cx:pt idx="2606">50.426856498321349</cx:pt>
          <cx:pt idx="2607">49.627152271446086</cx:pt>
          <cx:pt idx="2608">51.581319181744078</cx:pt>
          <cx:pt idx="2609">49.396207854871371</cx:pt>
          <cx:pt idx="2610">54.25004335018118</cx:pt>
          <cx:pt idx="2611">43.568693178809497</cx:pt>
          <cx:pt idx="2612">36.910917559177207</cx:pt>
          <cx:pt idx="2613">47.3102864808844</cx:pt>
          <cx:pt idx="2614">52.105167049279324</cx:pt>
          <cx:pt idx="2615">63.951291452926185</cx:pt>
          <cx:pt idx="2616">53.236078741796533</cx:pt>
          <cx:pt idx="2617">38.361356787764215</cx:pt>
          <cx:pt idx="2618">35.27421479998214</cx:pt>
          <cx:pt idx="2619">48.16217734551423</cx:pt>
          <cx:pt idx="2620">48.374084045772548</cx:pt>
          <cx:pt idx="2621">76.782858285214502</cx:pt>
          <cx:pt idx="2622">47.019910809087051</cx:pt>
          <cx:pt idx="2623">39.292261564188571</cx:pt>
          <cx:pt idx="2624">58.783213834443366</cx:pt>
          <cx:pt idx="2625">65.052946950475814</cx:pt>
          <cx:pt idx="2626">46.090337583041624</cx:pt>
          <cx:pt idx="2627">53.267740428179451</cx:pt>
          <cx:pt idx="2628">37.156269109738609</cx:pt>
          <cx:pt idx="2629">52.541598918128443</cx:pt>
          <cx:pt idx="2630">32.543594587462181</cx:pt>
          <cx:pt idx="2631">51.643339963339521</cx:pt>
          <cx:pt idx="2632">24.219676304816854</cx:pt>
          <cx:pt idx="2633">53.889775525185847</cx:pt>
          <cx:pt idx="2634">53.559352163558742</cx:pt>
          <cx:pt idx="2635">41.526197368837245</cx:pt>
          <cx:pt idx="2636">74.427339651404765</cx:pt>
          <cx:pt idx="2637">66.090482353798166</cx:pt>
          <cx:pt idx="2638">38.160800730799011</cx:pt>
          <cx:pt idx="2639">54.724124640668357</cx:pt>
          <cx:pt idx="2640">56.826283297244288</cx:pt>
          <cx:pt idx="2641">44.826841900583602</cx:pt>
          <cx:pt idx="2642">32.895342760908228</cx:pt>
          <cx:pt idx="2643">58.633397160045043</cx:pt>
          <cx:pt idx="2644">32.854657479671324</cx:pt>
          <cx:pt idx="2645">37.042910555011119</cx:pt>
          <cx:pt idx="2646">41.288132507616751</cx:pt>
          <cx:pt idx="2647">45.957520704437677</cx:pt>
          <cx:pt idx="2648">57.257289782323419</cx:pt>
          <cx:pt idx="2649">41.172642261360224</cx:pt>
          <cx:pt idx="2650">46.278651662115685</cx:pt>
          <cx:pt idx="2651">56.759928679253463</cx:pt>
          <cx:pt idx="2652">65.91914689614228</cx:pt>
          <cx:pt idx="2653">51.625875635190077</cx:pt>
          <cx:pt idx="2654">44.031595468265678</cx:pt>
          <cx:pt idx="2655">63.791102094053258</cx:pt>
          <cx:pt idx="2656">42.807151026984997</cx:pt>
          <cx:pt idx="2657">47.274460302097594</cx:pt>
          <cx:pt idx="2658">57.314374148816995</cx:pt>
          <cx:pt idx="2659">48.691283466407079</cx:pt>
          <cx:pt idx="2660">50.765737305628448</cx:pt>
          <cx:pt idx="2661">56.832413956611681</cx:pt>
          <cx:pt idx="2662">44.192928479965104</cx:pt>
          <cx:pt idx="2663">59.043184179894602</cx:pt>
          <cx:pt idx="2664">52.597838589998759</cx:pt>
          <cx:pt idx="2665">32.538971900686604</cx:pt>
          <cx:pt idx="2666">56.024966027230143</cx:pt>
          <cx:pt idx="2667">49.968560826922904</cx:pt>
          <cx:pt idx="2668">31.805079865553623</cx:pt>
          <cx:pt idx="2669">62.581367338141533</cx:pt>
          <cx:pt idx="2670">51.262090503831118</cx:pt>
          <cx:pt idx="2671">40.775585043364941</cx:pt>
          <cx:pt idx="2672">66.702636336208343</cx:pt>
          <cx:pt idx="2673">43.775011979997132</cx:pt>
          <cx:pt idx="2674">45.153886842888127</cx:pt>
          <cx:pt idx="2675">59.427857565298382</cx:pt>
          <cx:pt idx="2676">55.5208128568473</cx:pt>
          <cx:pt idx="2677">54.190070180821486</cx:pt>
          <cx:pt idx="2678">36.872277323041729</cx:pt>
          <cx:pt idx="2679">47.74431890479682</cx:pt>
          <cx:pt idx="2680">57.754781227475569</cx:pt>
          <cx:pt idx="2681">52.568720162141851</cx:pt>
          <cx:pt idx="2682">52.12067837298472</cx:pt>
          <cx:pt idx="2683">36.980436008521025</cx:pt>
          <cx:pt idx="2684">42.261655210252513</cx:pt>
          <cx:pt idx="2685">53.756275637620313</cx:pt>
          <cx:pt idx="2686">38.77655644066737</cx:pt>
          <cx:pt idx="2687">48.899841771526255</cx:pt>
          <cx:pt idx="2688">33.062032186734029</cx:pt>
          <cx:pt idx="2689">40.498613435997591</cx:pt>
          <cx:pt idx="2690">50.262444852465464</cx:pt>
          <cx:pt idx="2691">51.362190370894936</cx:pt>
          <cx:pt idx="2692">46.231725211186834</cx:pt>
          <cx:pt idx="2693">67.164600915485963</cx:pt>
          <cx:pt idx="2694">60.167071876495378</cx:pt>
          <cx:pt idx="2695">38.421772250947086</cx:pt>
          <cx:pt idx="2696">38.746846223725285</cx:pt>
          <cx:pt idx="2697">46.110020687443921</cx:pt>
          <cx:pt idx="2698">52.816573068741363</cx:pt>
          <cx:pt idx="2699">74.676848754773118</cx:pt>
          <cx:pt idx="2700">46.789313243488252</cx:pt>
          <cx:pt idx="2701">59.238578352637802</cx:pt>
          <cx:pt idx="2702">61.427876852746003</cx:pt>
          <cx:pt idx="2703">50.999214800634626</cx:pt>
          <cx:pt idx="2704">49.148646665921113</cx:pt>
          <cx:pt idx="2705">51.451913251745182</cx:pt>
          <cx:pt idx="2706">42.796733954704322</cx:pt>
          <cx:pt idx="2707">36.583025367294681</cx:pt>
          <cx:pt idx="2708">57.441339841236079</cx:pt>
          <cx:pt idx="2709">52.497548084021865</cx:pt>
          <cx:pt idx="2710">39.838610530844079</cx:pt>
          <cx:pt idx="2711">42.993478345455898</cx:pt>
          <cx:pt idx="2712">69.471473081971155</cx:pt>
          <cx:pt idx="2713">29.421359387173389</cx:pt>
          <cx:pt idx="2714">54.137889743168607</cx:pt>
          <cx:pt idx="2715">37.733301229059109</cx:pt>
          <cx:pt idx="2716">46.173031969605283</cx:pt>
          <cx:pt idx="2717">50.543601702687816</cx:pt>
          <cx:pt idx="2718">48.976642466114185</cx:pt>
          <cx:pt idx="2719">44.370385947213336</cx:pt>
          <cx:pt idx="2720">39.320595419354653</cx:pt>
          <cx:pt idx="2721">48.757143312677826</cx:pt>
          <cx:pt idx="2722">60.528161206439947</cx:pt>
          <cx:pt idx="2723">57.907399189359211</cx:pt>
          <cx:pt idx="2724">56.127282670908301</cx:pt>
          <cx:pt idx="2725">31.805107283051836</cx:pt>
          <cx:pt idx="2726">62.230611390220886</cx:pt>
          <cx:pt idx="2727">65.828706250248388</cx:pt>
          <cx:pt idx="2728">41.941788360530055</cx:pt>
          <cx:pt idx="2729">43.336268538884063</cx:pt>
          <cx:pt idx="2730">40.833316607327426</cx:pt>
          <cx:pt idx="2731">49.205999171642326</cx:pt>
          <cx:pt idx="2732">39.165902586112004</cx:pt>
          <cx:pt idx="2733">60.784716036316809</cx:pt>
          <cx:pt idx="2734">43.787794461952984</cx:pt>
          <cx:pt idx="2735">51.347978591458627</cx:pt>
          <cx:pt idx="2736">34.712399667145363</cx:pt>
          <cx:pt idx="2737">60.772239233247895</cx:pt>
          <cx:pt idx="2738">36.49180024732572</cx:pt>
          <cx:pt idx="2739">60.537688168608028</cx:pt>
          <cx:pt idx="2740">49.337669678099537</cx:pt>
          <cx:pt idx="2741">47.408486993424994</cx:pt>
          <cx:pt idx="2742">49.369378381512021</cx:pt>
          <cx:pt idx="2743">57.067006516599754</cx:pt>
          <cx:pt idx="2744">65.812123876659868</cx:pt>
          <cx:pt idx="2745">47.745473060848653</cx:pt>
          <cx:pt idx="2746">41.040896828774564</cx:pt>
          <cx:pt idx="2747">44.928560120891362</cx:pt>
          <cx:pt idx="2748">51.835453997883782</cx:pt>
          <cx:pt idx="2749">51.293568113582339</cx:pt>
          <cx:pt idx="2750">39.872404135692193</cx:pt>
          <cx:pt idx="2751">55.608302773375875</cx:pt>
          <cx:pt idx="2752">55.296933639648309</cx:pt>
          <cx:pt idx="2753">39.105204757085438</cx:pt>
          <cx:pt idx="2754">49.127266135030808</cx:pt>
          <cx:pt idx="2755">53.108027237289683</cx:pt>
          <cx:pt idx="2756">27.685036288218363</cx:pt>
          <cx:pt idx="2757">42.76304736198459</cx:pt>
          <cx:pt idx="2758">36.073408428869655</cx:pt>
          <cx:pt idx="2759">44.287265083809444</cx:pt>
          <cx:pt idx="2760">44.638574148218133</cx:pt>
          <cx:pt idx="2761">39.027720214789561</cx:pt>
          <cx:pt idx="2762">50.016060876842992</cx:pt>
          <cx:pt idx="2763">70.484129705151787</cx:pt>
          <cx:pt idx="2764">49.566656331114821</cx:pt>
          <cx:pt idx="2765">46.699603855745927</cx:pt>
          <cx:pt idx="2766">42.600477901327892</cx:pt>
          <cx:pt idx="2767">56.305078690890767</cx:pt>
          <cx:pt idx="2768">50.47599868744868</cx:pt>
          <cx:pt idx="2769">31.275530225033378</cx:pt>
          <cx:pt idx="2770">56.578043933566804</cx:pt>
          <cx:pt idx="2771">39.792413324065308</cx:pt>
          <cx:pt idx="2772">46.927239392074455</cx:pt>
          <cx:pt idx="2773">43.102180178939385</cx:pt>
          <cx:pt idx="2774">46.853589606349587</cx:pt>
          <cx:pt idx="2775">68.688058282839222</cx:pt>
          <cx:pt idx="2776">54.588637873427395</cx:pt>
          <cx:pt idx="2777">52.360430759314902</cx:pt>
          <cx:pt idx="2778">31.863173261413891</cx:pt>
          <cx:pt idx="2779">46.130398659073165</cx:pt>
          <cx:pt idx="2780">56.720060020776344</cx:pt>
          <cx:pt idx="2781">62.344377989416813</cx:pt>
          <cx:pt idx="2782">56.406835240305469</cx:pt>
          <cx:pt idx="2783">59.448074812772411</cx:pt>
          <cx:pt idx="2784">52.500661833520752</cx:pt>
          <cx:pt idx="2785">61.533206492230917</cx:pt>
          <cx:pt idx="2786">38.252965341530668</cx:pt>
          <cx:pt idx="2787">41.33689538109266</cx:pt>
          <cx:pt idx="2788">45.137433034944344</cx:pt>
          <cx:pt idx="2789">50.923286185682429</cx:pt>
          <cx:pt idx="2790">53.900510311098152</cx:pt>
          <cx:pt idx="2791">57.493124666230443</cx:pt>
          <cx:pt idx="2792">53.795743149692655</cx:pt>
          <cx:pt idx="2793">62.848826634082151</cx:pt>
          <cx:pt idx="2794">54.038796004065816</cx:pt>
          <cx:pt idx="2795">43.38844761955815</cx:pt>
          <cx:pt idx="2796">60.77138867488155</cx:pt>
          <cx:pt idx="2797">46.964365355251473</cx:pt>
          <cx:pt idx="2798">45.884420246812859</cx:pt>
          <cx:pt idx="2799">52.818523301434944</cx:pt>
          <cx:pt idx="2800">48.749122787524875</cx:pt>
          <cx:pt idx="2801">43.460935562675161</cx:pt>
          <cx:pt idx="2802">63.341209694800739</cx:pt>
          <cx:pt idx="2803">59.989954724253266</cx:pt>
          <cx:pt idx="2804">36.850112859150478</cx:pt>
          <cx:pt idx="2805">52.813871142828972</cx:pt>
          <cx:pt idx="2806">51.911045384313041</cx:pt>
          <cx:pt idx="2807">33.212626933284611</cx:pt>
          <cx:pt idx="2808">32.289414431542646</cx:pt>
          <cx:pt idx="2809">44.711668610164466</cx:pt>
          <cx:pt idx="2810">54.719645418145362</cx:pt>
          <cx:pt idx="2811">58.925072177651415</cx:pt>
          <cx:pt idx="2812">33.169413567756457</cx:pt>
          <cx:pt idx="2813">70.361530981735797</cx:pt>
          <cx:pt idx="2814">46.641043382246373</cx:pt>
          <cx:pt idx="2815">52.405072971979429</cx:pt>
          <cx:pt idx="2816">60.574827731805385</cx:pt>
          <cx:pt idx="2817">57.436726904512717</cx:pt>
          <cx:pt idx="2818">65.02287284767273</cx:pt>
          <cx:pt idx="2819">36.048346944512879</cx:pt>
          <cx:pt idx="2820">45.898321231876906</cx:pt>
          <cx:pt idx="2821">58.62811049425634</cx:pt>
          <cx:pt idx="2822">56.253120864968352</cx:pt>
          <cx:pt idx="2823">31.65279830992699</cx:pt>
          <cx:pt idx="2824">54.39608054682683</cx:pt>
          <cx:pt idx="2825">54.45224449232483</cx:pt>
          <cx:pt idx="2826">57.243241346126972</cx:pt>
          <cx:pt idx="2827">53.941935395830185</cx:pt>
          <cx:pt idx="2828">54.709480337275991</cx:pt>
          <cx:pt idx="2829">47.453187033106396</cx:pt>
          <cx:pt idx="2830">51.623767904667574</cx:pt>
          <cx:pt idx="2831">56.388795806539378</cx:pt>
          <cx:pt idx="2832">57.157452818079179</cx:pt>
          <cx:pt idx="2833">54.55824175272496</cx:pt>
          <cx:pt idx="2834">34.516665733947804</cx:pt>
          <cx:pt idx="2835">44.721077364424161</cx:pt>
          <cx:pt idx="2836">38.774289366568958</cx:pt>
          <cx:pt idx="2837">69.911580997151788</cx:pt>
          <cx:pt idx="2838">48.215386060098787</cx:pt>
          <cx:pt idx="2839">70.013140858925496</cx:pt>
          <cx:pt idx="2840">33.124447510603055</cx:pt>
          <cx:pt idx="2841">46.87576097045131</cx:pt>
          <cx:pt idx="2842">44.553125388869887</cx:pt>
          <cx:pt idx="2843">44.297408009714935</cx:pt>
          <cx:pt idx="2844">36.081006987043523</cx:pt>
          <cx:pt idx="2845">49.478608033184166</cx:pt>
          <cx:pt idx="2846">44.568372536625759</cx:pt>
          <cx:pt idx="2847">69.322452174222775</cx:pt>
          <cx:pt idx="2848">55.426427966157235</cx:pt>
          <cx:pt idx="2849">53.444227526749501</cx:pt>
          <cx:pt idx="2850">53.095535218112815</cx:pt>
          <cx:pt idx="2851">49.314146191937979</cx:pt>
          <cx:pt idx="2852">34.809744025579974</cx:pt>
          <cx:pt idx="2853">43.833351218672782</cx:pt>
          <cx:pt idx="2854">48.576753633463774</cx:pt>
          <cx:pt idx="2855">59.452305203906306</cx:pt>
          <cx:pt idx="2856">42.645809744072345</cx:pt>
          <cx:pt idx="2857">48.012725222321365</cx:pt>
          <cx:pt idx="2858">42.11431589197435</cx:pt>
          <cx:pt idx="2859">58.10624635160562</cx:pt>
          <cx:pt idx="2860">40.052907779268573</cx:pt>
          <cx:pt idx="2861">56.062054144352153</cx:pt>
          <cx:pt idx="2862">58.303075082891745</cx:pt>
          <cx:pt idx="2863">47.809228920825504</cx:pt>
          <cx:pt idx="2864">41.716130836345869</cx:pt>
          <cx:pt idx="2865">48.03702117948923</cx:pt>
          <cx:pt idx="2866">26.92733021027167</cx:pt>
          <cx:pt idx="2867">45.254556801667086</cx:pt>
          <cx:pt idx="2868">37.59667789133195</cx:pt>
          <cx:pt idx="2869">55.703822503353031</cx:pt>
          <cx:pt idx="2870">62.089860378296862</cx:pt>
          <cx:pt idx="2871">46.373589959459771</cx:pt>
          <cx:pt idx="2872">49.368772705245782</cx:pt>
          <cx:pt idx="2873">39.714029104684634</cx:pt>
          <cx:pt idx="2874">46.358111363651325</cx:pt>
          <cx:pt idx="2875">50.462006943598126</cx:pt>
          <cx:pt idx="2876">41.026426039490403</cx:pt>
          <cx:pt idx="2877">47.272410300701701</cx:pt>
          <cx:pt idx="2878">25.761152339385415</cx:pt>
          <cx:pt idx="2879">48.919300139205092</cx:pt>
          <cx:pt idx="2880">46.098704791554688</cx:pt>
          <cx:pt idx="2881">62.116985412073433</cx:pt>
          <cx:pt idx="2882">43.329507974798993</cx:pt>
          <cx:pt idx="2883">58.291764849404814</cx:pt>
          <cx:pt idx="2884">46.370746664919572</cx:pt>
          <cx:pt idx="2885">44.621367566109271</cx:pt>
          <cx:pt idx="2886">49.519902209574816</cx:pt>
          <cx:pt idx="2887">69.165506019135719</cx:pt>
          <cx:pt idx="2888">43.74671059527244</cx:pt>
          <cx:pt idx="2889">42.673754088438201</cx:pt>
          <cx:pt idx="2890">43.528629223409297</cx:pt>
          <cx:pt idx="2891">42.026620708761008</cx:pt>
          <cx:pt idx="2892">39.298071030626758</cx:pt>
          <cx:pt idx="2893">51.159215727765961</cx:pt>
          <cx:pt idx="2894">62.575196413568761</cx:pt>
          <cx:pt idx="2895">39.530752665066835</cx:pt>
          <cx:pt idx="2896">50.68536259954751</cx:pt>
          <cx:pt idx="2897">36.772822121145907</cx:pt>
          <cx:pt idx="2898">49.3230377416305</cx:pt>
          <cx:pt idx="2899">45.710221183250695</cx:pt>
          <cx:pt idx="2900">70.839829166122428</cx:pt>
          <cx:pt idx="2901">62.667455699643497</cx:pt>
          <cx:pt idx="2902">48.543003631708132</cx:pt>
          <cx:pt idx="2903">29.34729747920532</cx:pt>
          <cx:pt idx="2904">66.157745258175851</cx:pt>
          <cx:pt idx="2905">46.534556795755442</cx:pt>
          <cx:pt idx="2906">44.872071527790226</cx:pt>
          <cx:pt idx="2907">44.523019893877695</cx:pt>
          <cx:pt idx="2908">66.926700252332552</cx:pt>
          <cx:pt idx="2909">44.951770043813241</cx:pt>
          <cx:pt idx="2910">47.104371149615211</cx:pt>
          <cx:pt idx="2911">31.897409478185487</cx:pt>
          <cx:pt idx="2912">46.649042592910881</cx:pt>
          <cx:pt idx="2913">44.10635548939598</cx:pt>
          <cx:pt idx="2914">60.476602111718023</cx:pt>
          <cx:pt idx="2915">63.308830106723391</cx:pt>
          <cx:pt idx="2916">57.815538795465365</cx:pt>
          <cx:pt idx="2917">57.691291410489939</cx:pt>
          <cx:pt idx="2918">55.315058387857917</cx:pt>
          <cx:pt idx="2919">35.975791953369722</cx:pt>
          <cx:pt idx="2920">31.621693451794307</cx:pt>
          <cx:pt idx="2921">51.429812311510794</cx:pt>
          <cx:pt idx="2922">62.760610899038269</cx:pt>
          <cx:pt idx="2923">57.556943164903394</cx:pt>
          <cx:pt idx="2924">60.686295756971276</cx:pt>
          <cx:pt idx="2925">49.940039605618352</cx:pt>
          <cx:pt idx="2926">56.099830354476353</cx:pt>
          <cx:pt idx="2927">49.95091991741554</cx:pt>
          <cx:pt idx="2928">56.732883479492926</cx:pt>
          <cx:pt idx="2929">59.401201219469932</cx:pt>
          <cx:pt idx="2930">40.32330109299653</cx:pt>
          <cx:pt idx="2931">48.745461156072672</cx:pt>
          <cx:pt idx="2932">41.322923589248781</cx:pt>
          <cx:pt idx="2933">61.395071926054158</cx:pt>
          <cx:pt idx="2934">55.685218515396116</cx:pt>
          <cx:pt idx="2935">40.980614841360946</cx:pt>
          <cx:pt idx="2936">51.114779000408902</cx:pt>
          <cx:pt idx="2937">53.100025561360383</cx:pt>
          <cx:pt idx="2938">52.890501408297624</cx:pt>
          <cx:pt idx="2939">57.91556535157757</cx:pt>
          <cx:pt idx="2940">48.722971774481245</cx:pt>
          <cx:pt idx="2941">65.649760218289799</cx:pt>
          <cx:pt idx="2942">55.840553592149661</cx:pt>
          <cx:pt idx="2943">41.878818556608834</cx:pt>
          <cx:pt idx="2944">34.91864920483355</cx:pt>
          <cx:pt idx="2945">50.866314186182095</cx:pt>
          <cx:pt idx="2946">59.178906249806261</cx:pt>
          <cx:pt idx="2947">41.296901630273894</cx:pt>
          <cx:pt idx="2948">52.449661491507456</cx:pt>
          <cx:pt idx="2949">62.370869352214612</cx:pt>
          <cx:pt idx="2950">42.275009680053671</cx:pt>
          <cx:pt idx="2951">49.990757343566017</cx:pt>
          <cx:pt idx="2952">36.478958053744307</cx:pt>
          <cx:pt idx="2953">33.491393302647673</cx:pt>
          <cx:pt idx="2954">58.384726292611703</cx:pt>
          <cx:pt idx="2955">62.762271321258567</cx:pt>
          <cx:pt idx="2956">56.206881333312559</cx:pt>
          <cx:pt idx="2957">72.168591847125271</cx:pt>
          <cx:pt idx="2958">47.474404326039995</cx:pt>
          <cx:pt idx="2959">34.502244158339153</cx:pt>
          <cx:pt idx="2960">68.171940646242163</cx:pt>
          <cx:pt idx="2961">67.459623857688129</cx:pt>
          <cx:pt idx="2962">50.009895139069705</cx:pt>
          <cx:pt idx="2963">34.991241441622023</cx:pt>
          <cx:pt idx="2964">51.83437271680107</cx:pt>
          <cx:pt idx="2965">55.984359320014157</cx:pt>
          <cx:pt idx="2966">46.553207588365098</cx:pt>
          <cx:pt idx="2967">55.90335485363169</cx:pt>
          <cx:pt idx="2968">41.448698142269308</cx:pt>
          <cx:pt idx="2969">58.822480048191679</cx:pt>
          <cx:pt idx="2970">53.465275786237754</cx:pt>
          <cx:pt idx="2971">52.627940476031597</cx:pt>
          <cx:pt idx="2972">34.768552746215107</cx:pt>
          <cx:pt idx="2973">47.492034487150306</cx:pt>
          <cx:pt idx="2974">45.65607124267126</cx:pt>
          <cx:pt idx="2975">82.6836758898298</cx:pt>
          <cx:pt idx="2976">46.86643868417525</cx:pt>
          <cx:pt idx="2977">66.510507532566763</cx:pt>
          <cx:pt idx="2978">60.568580933715978</cx:pt>
          <cx:pt idx="2979">48.612435858979453</cx:pt>
          <cx:pt idx="2980">42.25458980664596</cx:pt>
          <cx:pt idx="2981">52.884003804418512</cx:pt>
          <cx:pt idx="2982">41.69435817253958</cx:pt>
          <cx:pt idx="2983">59.038762586167785</cx:pt>
          <cx:pt idx="2984">24.06433777485152</cx:pt>
          <cx:pt idx="2985">24.883030985023762</cx:pt>
          <cx:pt idx="2986">52.596592685269457</cx:pt>
          <cx:pt idx="2987">51.031832851708451</cx:pt>
          <cx:pt idx="2988">59.971870274078697</cx:pt>
          <cx:pt idx="2989">51.587157188032243</cx:pt>
          <cx:pt idx="2990">42.936876014572213</cx:pt>
          <cx:pt idx="2991">49.270909665061659</cx:pt>
          <cx:pt idx="2992">48.335202227357591</cx:pt>
          <cx:pt idx="2993">37.440983788345889</cx:pt>
          <cx:pt idx="2994">52.025750303721047</cx:pt>
          <cx:pt idx="2995">48.769867186422196</cx:pt>
          <cx:pt idx="2996">55.632265479967408</cx:pt>
          <cx:pt idx="2997">60.328018105971395</cx:pt>
          <cx:pt idx="2998">33.764915513506899</cx:pt>
          <cx:pt idx="2999">45.319232067059538</cx:pt>
          <cx:pt idx="3000">38.422274176439544</cx:pt>
          <cx:pt idx="3001">42.358859783634443</cx:pt>
          <cx:pt idx="3002">50.685971086018256</cx:pt>
          <cx:pt idx="3003">57.524416674924268</cx:pt>
          <cx:pt idx="3004">58.032543526307727</cx:pt>
          <cx:pt idx="3005">55.369878799894522</cx:pt>
          <cx:pt idx="3006">50.377051791698413</cx:pt>
          <cx:pt idx="3007">36.200794867826076</cx:pt>
          <cx:pt idx="3008">56.922766489317638</cx:pt>
          <cx:pt idx="3009">54.47504030066932</cx:pt>
          <cx:pt idx="3010">77.223079606135968</cx:pt>
          <cx:pt idx="3011">35.362427192191085</cx:pt>
          <cx:pt idx="3012">52.312535064845385</cx:pt>
          <cx:pt idx="3013">70.223434932997975</cx:pt>
          <cx:pt idx="3014">43.283764223195014</cx:pt>
          <cx:pt idx="3015">43.151304016631734</cx:pt>
          <cx:pt idx="3016">45.83301987827128</cx:pt>
          <cx:pt idx="3017">67.189979720840356</cx:pt>
          <cx:pt idx="3018">45.4137769853183</cx:pt>
          <cx:pt idx="3019">58.086097288290205</cx:pt>
          <cx:pt idx="3020">46.293851922210948</cx:pt>
          <cx:pt idx="3021">52.858275213572128</cx:pt>
          <cx:pt idx="3022">52.43461021717367</cx:pt>
          <cx:pt idx="3023">56.052005980774254</cx:pt>
          <cx:pt idx="3024">54.949018251461254</cx:pt>
          <cx:pt idx="3025">64.065584510414439</cx:pt>
          <cx:pt idx="3026">58.569724470881113</cx:pt>
          <cx:pt idx="3027">69.360303491178001</cx:pt>
          <cx:pt idx="3028">71.850695800742841</cx:pt>
          <cx:pt idx="3029">22.663952152712703</cx:pt>
          <cx:pt idx="3030">48.017828935430103</cx:pt>
          <cx:pt idx="3031">49.470612904952645</cx:pt>
          <cx:pt idx="3032">45.673120526037039</cx:pt>
          <cx:pt idx="3033">73.921645348393213</cx:pt>
          <cx:pt idx="3034">53.26233176684304</cx:pt>
          <cx:pt idx="3035">47.98257073257659</cx:pt>
          <cx:pt idx="3036">54.596896823252216</cx:pt>
          <cx:pt idx="3037">54.270137374578191</cx:pt>
          <cx:pt idx="3038">46.503414575782358</cx:pt>
          <cx:pt idx="3039">46.369855994794968</cx:pt>
          <cx:pt idx="3040">54.035060511477127</cx:pt>
          <cx:pt idx="3041">49.045621371033569</cx:pt>
          <cx:pt idx="3042">66.16490729636314</cx:pt>
          <cx:pt idx="3043">38.088460367001453</cx:pt>
          <cx:pt idx="3044">49.403565912206254</cx:pt>
          <cx:pt idx="3045">56.312904246150723</cx:pt>
          <cx:pt idx="3046">62.73582553626423</cx:pt>
          <cx:pt idx="3047">40.629035579606665</cx:pt>
          <cx:pt idx="3048">53.200502854364842</cx:pt>
          <cx:pt idx="3049">62.821385006778527</cx:pt>
          <cx:pt idx="3050">63.278821108020082</cx:pt>
          <cx:pt idx="3051">53.415350739525273</cx:pt>
          <cx:pt idx="3052">42.632260168514904</cx:pt>
          <cx:pt idx="3053">48.795245005255701</cx:pt>
          <cx:pt idx="3054">59.073483489615413</cx:pt>
          <cx:pt idx="3055">54.288856377655101</cx:pt>
          <cx:pt idx="3056">54.135655457016092</cx:pt>
          <cx:pt idx="3057">57.750366993168619</cx:pt>
          <cx:pt idx="3058">66.611465066685525</cx:pt>
          <cx:pt idx="3059">60.476315293581557</cx:pt>
          <cx:pt idx="3060">35.516784620215205</cx:pt>
          <cx:pt idx="3061">54.277300422306084</cx:pt>
          <cx:pt idx="3062">43.911186893260293</cx:pt>
          <cx:pt idx="3063">51.804495574010936</cx:pt>
          <cx:pt idx="3064">36.608635268599151</cx:pt>
          <cx:pt idx="3065">30.840428164694213</cx:pt>
          <cx:pt idx="3066">35.40854202136051</cx:pt>
          <cx:pt idx="3067">54.224327547854422</cx:pt>
          <cx:pt idx="3068">45.800644367715272</cx:pt>
          <cx:pt idx="3069">53.99786688358936</cx:pt>
          <cx:pt idx="3070">40.603688132157473</cx:pt>
          <cx:pt idx="3071">36.628782611650081</cx:pt>
          <cx:pt idx="3072">46.037741505889741</cx:pt>
          <cx:pt idx="3073">48.573868552844196</cx:pt>
          <cx:pt idx="3074">56.132487447716834</cx:pt>
          <cx:pt idx="3075">49.418880038997862</cx:pt>
          <cx:pt idx="3076">61.624264755200912</cx:pt>
          <cx:pt idx="3077">62.467215422914464</cx:pt>
          <cx:pt idx="3078">36.547765071692922</cx:pt>
          <cx:pt idx="3079">44.810228748110347</cx:pt>
          <cx:pt idx="3080">46.896130157117966</cx:pt>
          <cx:pt idx="3081">39.019537625872545</cx:pt>
          <cx:pt idx="3082">72.760531480069474</cx:pt>
          <cx:pt idx="3083">54.373026226172627</cx:pt>
          <cx:pt idx="3084">40.828358708959087</cx:pt>
          <cx:pt idx="3085">83.469196164505576</cx:pt>
          <cx:pt idx="3086">34.556584532913213</cx:pt>
          <cx:pt idx="3087">74.585763673921377</cx:pt>
          <cx:pt idx="3088">54.611957002504639</cx:pt>
          <cx:pt idx="3089">57.392296099454548</cx:pt>
          <cx:pt idx="3090">71.559604439640054</cx:pt>
          <cx:pt idx="3091">36.888488547016046</cx:pt>
          <cx:pt idx="3092">47.521704274865378</cx:pt>
          <cx:pt idx="3093">34.802401009920281</cx:pt>
          <cx:pt idx="3094">58.782799423049667</cx:pt>
          <cx:pt idx="3095">58.690194649045289</cx:pt>
          <cx:pt idx="3096">44.279919840020348</cx:pt>
          <cx:pt idx="3097">54.610632289216667</cx:pt>
          <cx:pt idx="3098">44.899961233997935</cx:pt>
          <cx:pt idx="3099">38.471668697824633</cx:pt>
          <cx:pt idx="3100">39.796416418882977</cx:pt>
          <cx:pt idx="3101">40.327718114384197</cx:pt>
          <cx:pt idx="3102">43.250979826254607</cx:pt>
          <cx:pt idx="3103">47.11011261930733</cx:pt>
          <cx:pt idx="3104">72.660157329857498</cx:pt>
          <cx:pt idx="3105">54.880467249951522</cx:pt>
          <cx:pt idx="3106">70.377821695220263</cx:pt>
          <cx:pt idx="3107">48.31780260438709</cx:pt>
          <cx:pt idx="3108">47.776677985982026</cx:pt>
          <cx:pt idx="3109">50.724622071604216</cx:pt>
          <cx:pt idx="3110">42.740817581651342</cx:pt>
          <cx:pt idx="3111">60.714534428125539</cx:pt>
          <cx:pt idx="3112">60.8865699446877</cx:pt>
          <cx:pt idx="3113">54.236875487104442</cx:pt>
          <cx:pt idx="3114">44.648381766750859</cx:pt>
          <cx:pt idx="3115">65.342795712933011</cx:pt>
          <cx:pt idx="3116">60.998115677506064</cx:pt>
          <cx:pt idx="3117">42.733135336292285</cx:pt>
          <cx:pt idx="3118">53.121181788543076</cx:pt>
          <cx:pt idx="3119">53.019426438035204</cx:pt>
          <cx:pt idx="3120">43.575777447935778</cx:pt>
          <cx:pt idx="3121">56.011255121430629</cx:pt>
          <cx:pt idx="3122">55.849994705325464</cx:pt>
          <cx:pt idx="3123">55.938367306568821</cx:pt>
          <cx:pt idx="3124">49.592867185003819</cx:pt>
          <cx:pt idx="3125">54.805220830075811</cx:pt>
          <cx:pt idx="3126">50.300675408008196</cx:pt>
          <cx:pt idx="3127">42.277182508432055</cx:pt>
          <cx:pt idx="3128">75.823232494045527</cx:pt>
          <cx:pt idx="3129">66.815061385785825</cx:pt>
          <cx:pt idx="3130">55.969541187705147</cx:pt>
          <cx:pt idx="3131">29.041398841967517</cx:pt>
          <cx:pt idx="3132">45.223143430518924</cx:pt>
          <cx:pt idx="3133">54.875100938423572</cx:pt>
          <cx:pt idx="3134">45.703016481782051</cx:pt>
          <cx:pt idx="3135">33.817082476196788</cx:pt>
          <cx:pt idx="3136">60.819245253856913</cx:pt>
          <cx:pt idx="3137">34.572747854890402</cx:pt>
          <cx:pt idx="3138">68.360630556711243</cx:pt>
          <cx:pt idx="3139">62.243512818421912</cx:pt>
          <cx:pt idx="3140">38.845804373636184</cx:pt>
          <cx:pt idx="3141">31.25011641024059</cx:pt>
          <cx:pt idx="3142">46.269930154564705</cx:pt>
          <cx:pt idx="3143">44.397170165711273</cx:pt>
          <cx:pt idx="3144">52.616887310539283</cx:pt>
          <cx:pt idx="3145">51.173333583792271</cx:pt>
          <cx:pt idx="3146">44.443837366178755</cx:pt>
          <cx:pt idx="3147">47.195672767119618</cx:pt>
          <cx:pt idx="3148">60.70921593951946</cx:pt>
          <cx:pt idx="3149">58.651772584601659</cx:pt>
          <cx:pt idx="3150">56.010192781375714</cx:pt>
          <cx:pt idx="3151">43.48619061790496</cx:pt>
          <cx:pt idx="3152">66.568118887144351</cx:pt>
          <cx:pt idx="3153">42.024316873210097</cx:pt>
          <cx:pt idx="3154">60.42674580444114</cx:pt>
          <cx:pt idx="3155">49.073779080144121</cx:pt>
          <cx:pt idx="3156">71.994281553254126</cx:pt>
          <cx:pt idx="3157">71.735644389555375</cx:pt>
          <cx:pt idx="3158">45.256357530790901</cx:pt>
          <cx:pt idx="3159">56.263941045152897</cx:pt>
          <cx:pt idx="3160">40.993088304994615</cx:pt>
          <cx:pt idx="3161">52.679623079644671</cx:pt>
          <cx:pt idx="3162">48.658452723717723</cx:pt>
          <cx:pt idx="3163">65.608504386893358</cx:pt>
          <cx:pt idx="3164">51.568476855359776</cx:pt>
          <cx:pt idx="3165">53.477089735512536</cx:pt>
          <cx:pt idx="3166">46.216377873338729</cx:pt>
          <cx:pt idx="3167">58.426666655391287</cx:pt>
          <cx:pt idx="3168">55.864102398041858</cx:pt>
          <cx:pt idx="3169">51.584670388015674</cx:pt>
          <cx:pt idx="3170">41.256776170356261</cx:pt>
          <cx:pt idx="3171">50.247873817932209</cx:pt>
          <cx:pt idx="3172">51.560193175544498</cx:pt>
          <cx:pt idx="3173">56.449399494971331</cx:pt>
          <cx:pt idx="3174">59.557729027359187</cx:pt>
          <cx:pt idx="3175">34.782019721104177</cx:pt>
          <cx:pt idx="3176">49.759814790276764</cx:pt>
          <cx:pt idx="3177">49.728608984867577</cx:pt>
          <cx:pt idx="3178">42.815523178154244</cx:pt>
          <cx:pt idx="3179">54.578485204855902</cx:pt>
          <cx:pt idx="3180">60.208673573999135</cx:pt>
          <cx:pt idx="3181">55.493219711581901</cx:pt>
          <cx:pt idx="3182">62.135706993642742</cx:pt>
          <cx:pt idx="3183">46.805411279139854</cx:pt>
          <cx:pt idx="3184">51.847009915998072</cx:pt>
          <cx:pt idx="3185">45.327865558808746</cx:pt>
          <cx:pt idx="3186">53.585700438325674</cx:pt>
          <cx:pt idx="3187">33.069254172021388</cx:pt>
          <cx:pt idx="3188">50.154801743012008</cx:pt>
          <cx:pt idx="3189">56.290818380856095</cx:pt>
          <cx:pt idx="3190">49.717621028645084</cx:pt>
          <cx:pt idx="3191">48.016268266805554</cx:pt>
          <cx:pt idx="3192">39.68169339523773</cx:pt>
          <cx:pt idx="3193">78.948479193488097</cx:pt>
          <cx:pt idx="3194">41.80493255754925</cx:pt>
          <cx:pt idx="3195">42.652898024580239</cx:pt>
          <cx:pt idx="3196">48.426194869195086</cx:pt>
          <cx:pt idx="3197">41.044043347157512</cx:pt>
          <cx:pt idx="3198">50.798855118428897</cx:pt>
          <cx:pt idx="3199">47.966495338034093</cx:pt>
          <cx:pt idx="3200">62.511323062952371</cx:pt>
          <cx:pt idx="3201">57.31383886854438</cx:pt>
          <cx:pt idx="3202">54.048726865822573</cx:pt>
          <cx:pt idx="3203">50.064112043300426</cx:pt>
          <cx:pt idx="3204">44.694784212155682</cx:pt>
          <cx:pt idx="3205">49.240167712351997</cx:pt>
          <cx:pt idx="3206">49.245507029074076</cx:pt>
          <cx:pt idx="3207">72.353592230671666</cx:pt>
          <cx:pt idx="3208">43.780877741143463</cx:pt>
          <cx:pt idx="3209">50.144228263848987</cx:pt>
          <cx:pt idx="3210">55.10586417136566</cx:pt>
          <cx:pt idx="3211">50.413450368235942</cx:pt>
          <cx:pt idx="3212">45.119588920555998</cx:pt>
          <cx:pt idx="3213">63.144480049566958</cx:pt>
          <cx:pt idx="3214">34.722694692631379</cx:pt>
          <cx:pt idx="3215">53.000248282068171</cx:pt>
          <cx:pt idx="3216">52.622520580674589</cx:pt>
          <cx:pt idx="3217">37.738090273346657</cx:pt>
          <cx:pt idx="3218">56.710850636170377</cx:pt>
          <cx:pt idx="3219">61.092624930041602</cx:pt>
          <cx:pt idx="3220">25.503891021014553</cx:pt>
          <cx:pt idx="3221">57.233597519658815</cx:pt>
          <cx:pt idx="3222">61.155970825352718</cx:pt>
          <cx:pt idx="3223">67.431735278175665</cx:pt>
          <cx:pt idx="3224">50.215382288982489</cx:pt>
          <cx:pt idx="3225">44.809351082251993</cx:pt>
          <cx:pt idx="3226">49.018905920095989</cx:pt>
          <cx:pt idx="3227">41.36328090731422</cx:pt>
          <cx:pt idx="3228">49.255526769237825</cx:pt>
          <cx:pt idx="3229">53.864395727914527</cx:pt>
          <cx:pt idx="3230">59.001397901480637</cx:pt>
          <cx:pt idx="3231">58.209937773342887</cx:pt>
          <cx:pt idx="3232">37.437489658537309</cx:pt>
          <cx:pt idx="3233">49.508201067830278</cx:pt>
          <cx:pt idx="3234">56.368302902306134</cx:pt>
          <cx:pt idx="3235">59.4962458020333</cx:pt>
          <cx:pt idx="3236">56.331023360296776</cx:pt>
          <cx:pt idx="3237">64.318655288470183</cx:pt>
          <cx:pt idx="3238">41.40780272938931</cx:pt>
          <cx:pt idx="3239">58.049669655231007</cx:pt>
          <cx:pt idx="3240">36.240079832742929</cx:pt>
          <cx:pt idx="3241">64.594217080409891</cx:pt>
          <cx:pt idx="3242">63.735426551185526</cx:pt>
          <cx:pt idx="3243">60.558255467902455</cx:pt>
          <cx:pt idx="3244">44.412976849330974</cx:pt>
          <cx:pt idx="3245">66.575696199735873</cx:pt>
          <cx:pt idx="3246">46.646602006808685</cx:pt>
          <cx:pt idx="3247">32.863545443091013</cx:pt>
          <cx:pt idx="3248">62.983813296193659</cx:pt>
          <cx:pt idx="3249">60.360332897480859</cx:pt>
          <cx:pt idx="3250">47.779336632017284</cx:pt>
          <cx:pt idx="3251">57.038567748287946</cx:pt>
          <cx:pt idx="3252">46.148212661948378</cx:pt>
          <cx:pt idx="3253">58.306664394174476</cx:pt>
          <cx:pt idx="3254">44.583676865821282</cx:pt>
          <cx:pt idx="3255">48.159526717065191</cx:pt>
          <cx:pt idx="3256">55.366292886939917</cx:pt>
          <cx:pt idx="3257">39.866607299774273</cx:pt>
          <cx:pt idx="3258">57.711792152108437</cx:pt>
          <cx:pt idx="3259">51.160361105271129</cx:pt>
          <cx:pt idx="3260">43.112187442800995</cx:pt>
          <cx:pt idx="3261">41.256133094626342</cx:pt>
          <cx:pt idx="3262">40.839611311782626</cx:pt>
          <cx:pt idx="3263">48.574457469362429</cx:pt>
          <cx:pt idx="3264">61.131160694638034</cx:pt>
          <cx:pt idx="3265">58.425331718742704</cx:pt>
          <cx:pt idx="3266">40.950209854711311</cx:pt>
          <cx:pt idx="3267">49.002311822301067</cx:pt>
          <cx:pt idx="3268">55.100480050093239</cx:pt>
          <cx:pt idx="3269">44.488086355411191</cx:pt>
          <cx:pt idx="3270">43.424336397936287</cx:pt>
          <cx:pt idx="3271">58.947949200399322</cx:pt>
          <cx:pt idx="3272">46.540948812530843</cx:pt>
          <cx:pt idx="3273">44.420903015295167</cx:pt>
          <cx:pt idx="3274">48.245774115738307</cx:pt>
          <cx:pt idx="3275">46.17493523672978</cx:pt>
          <cx:pt idx="3276">53.583966120467636</cx:pt>
          <cx:pt idx="3277">61.946534059584323</cx:pt>
          <cx:pt idx="3278">34.987011415355084</cx:pt>
          <cx:pt idx="3279">67.333542421890087</cx:pt>
          <cx:pt idx="3280">45.665687889810201</cx:pt>
          <cx:pt idx="3281">32.26921739751559</cx:pt>
          <cx:pt idx="3282">56.834606544044398</cx:pt>
          <cx:pt idx="3283">60.406464649200565</cx:pt>
          <cx:pt idx="3284">67.446417511541256</cx:pt>
          <cx:pt idx="3285">64.859266392004017</cx:pt>
          <cx:pt idx="3286">39.592670727504981</cx:pt>
          <cx:pt idx="3287">48.4953244094797</cx:pt>
          <cx:pt idx="3288">48.005327784062175</cx:pt>
          <cx:pt idx="3289">53.415999534066927</cx:pt>
          <cx:pt idx="3290">44.81081752660198</cx:pt>
          <cx:pt idx="3291">31.653130634236348</cx:pt>
          <cx:pt idx="3292">40.228196803190272</cx:pt>
          <cx:pt idx="3293">33.385706405575348</cx:pt>
          <cx:pt idx="3294">46.131962811349844</cx:pt>
          <cx:pt idx="3295">55.939535936075913</cx:pt>
          <cx:pt idx="3296">56.563582684174598</cx:pt>
          <cx:pt idx="3297">43.281938135920214</cx:pt>
          <cx:pt idx="3298">52.779005293830558</cx:pt>
          <cx:pt idx="3299">50.863215658745396</cx:pt>
          <cx:pt idx="3300">61.362322039974842</cx:pt>
          <cx:pt idx="3301">30.520709458765484</cx:pt>
          <cx:pt idx="3302">55.443746514343303</cx:pt>
          <cx:pt idx="3303">45.072207183132065</cx:pt>
          <cx:pt idx="3304">46.155237486720701</cx:pt>
          <cx:pt idx="3305">54.498071153396609</cx:pt>
          <cx:pt idx="3306">62.46382148677715</cx:pt>
          <cx:pt idx="3307">52.08120766786103</cx:pt>
          <cx:pt idx="3308">28.245700799043899</cx:pt>
          <cx:pt idx="3309">60.735740396374013</cx:pt>
          <cx:pt idx="3310">56.135450778517828</cx:pt>
          <cx:pt idx="3311">41.806233507821055</cx:pt>
          <cx:pt idx="3312">66.86295075691055</cx:pt>
          <cx:pt idx="3313">43.392387872501679</cx:pt>
          <cx:pt idx="3314">55.3849377264509</cx:pt>
          <cx:pt idx="3315">51.504100150760934</cx:pt>
          <cx:pt idx="3316">70.705562851562462</cx:pt>
          <cx:pt idx="3317">53.991343604938955</cx:pt>
          <cx:pt idx="3318">42.369144245718807</cx:pt>
          <cx:pt idx="3319">32.933045824734549</cx:pt>
          <cx:pt idx="3320">62.453420905764446</cx:pt>
          <cx:pt idx="3321">51.952111849972496</cx:pt>
          <cx:pt idx="3322">64.659547217156543</cx:pt>
          <cx:pt idx="3323">56.441823710896713</cx:pt>
          <cx:pt idx="3324">50.935812995959587</cx:pt>
          <cx:pt idx="3325">68.784666212172851</cx:pt>
          <cx:pt idx="3326">28.480534624853583</cx:pt>
          <cx:pt idx="3327">35.853704870022881</cx:pt>
          <cx:pt idx="3328">64.63944239949835</cx:pt>
          <cx:pt idx="3329">59.632118507204027</cx:pt>
          <cx:pt idx="3330">53.846449312271659</cx:pt>
          <cx:pt idx="3331">39.376663713254928</cx:pt>
          <cx:pt idx="3332">45.71761381301004</cx:pt>
          <cx:pt idx="3333">42.230976953706531</cx:pt>
          <cx:pt idx="3334">64.427796548699988</cx:pt>
          <cx:pt idx="3335">48.81175564758815</cx:pt>
          <cx:pt idx="3336">34.509937313482268</cx:pt>
          <cx:pt idx="3337">49.290162215591565</cx:pt>
          <cx:pt idx="3338">65.813872684688633</cx:pt>
          <cx:pt idx="3339">40.398473870503558</cx:pt>
          <cx:pt idx="3340">60.082011353953078</cx:pt>
          <cx:pt idx="3341">33.165608189017668</cx:pt>
          <cx:pt idx="3342">57.237354853445709</cx:pt>
          <cx:pt idx="3343">50.584274732692613</cx:pt>
          <cx:pt idx="3344">49.274263507497693</cx:pt>
          <cx:pt idx="3345">50.819609176118725</cx:pt>
          <cx:pt idx="3346">56.700776669006828</cx:pt>
          <cx:pt idx="3347">70.49837902907413</cx:pt>
          <cx:pt idx="3348">54.532814804822593</cx:pt>
          <cx:pt idx="3349">23.725478193871133</cx:pt>
          <cx:pt idx="3350">45.11710511159017</cx:pt>
          <cx:pt idx="3351">52.691375586772075</cx:pt>
          <cx:pt idx="3352">52.971805796108676</cx:pt>
          <cx:pt idx="3353">31.611287512013945</cx:pt>
          <cx:pt idx="3354">42.482402883495418</cx:pt>
          <cx:pt idx="3355">46.287372766074263</cx:pt>
          <cx:pt idx="3356">43.224502592552234</cx:pt>
          <cx:pt idx="3357">49.051502097912248</cx:pt>
          <cx:pt idx="3358">59.892700309094892</cx:pt>
          <cx:pt idx="3359">59.958560709434082</cx:pt>
          <cx:pt idx="3360">64.750704549677522</cx:pt>
          <cx:pt idx="3361">48.726812457656337</cx:pt>
          <cx:pt idx="3362">47.515191206468998</cx:pt>
          <cx:pt idx="3363">57.235458435884638</cx:pt>
          <cx:pt idx="3364">49.139502118581945</cx:pt>
          <cx:pt idx="3365">38.574727252968941</cx:pt>
          <cx:pt idx="3366">45.3064686794865</cx:pt>
          <cx:pt idx="3367">45.872687704840359</cx:pt>
          <cx:pt idx="3368">55.747009454524488</cx:pt>
          <cx:pt idx="3369">36.651691908815621</cx:pt>
          <cx:pt idx="3370">37.15110672896202</cx:pt>
          <cx:pt idx="3371">47.999534200801335</cx:pt>
          <cx:pt idx="3372">47.587147104191892</cx:pt>
          <cx:pt idx="3373">52.590594267783324</cx:pt>
          <cx:pt idx="3374">67.199514581361527</cx:pt>
          <cx:pt idx="3375">65.7786854231029</cx:pt>
          <cx:pt idx="3376">42.421248740223525</cx:pt>
          <cx:pt idx="3377">41.256287853409063</cx:pt>
          <cx:pt idx="3378">58.016663957921857</cx:pt>
          <cx:pt idx="3379">55.328594967663605</cx:pt>
          <cx:pt idx="3380">48.122406104875324</cx:pt>
          <cx:pt idx="3381">53.851651192691627</cx:pt>
          <cx:pt idx="3382">52.304325742302645</cx:pt>
          <cx:pt idx="3383">59.492285269714003</cx:pt>
          <cx:pt idx="3384">43.791647401120159</cx:pt>
          <cx:pt idx="3385">59.02050285958137</cx:pt>
          <cx:pt idx="3386">61.554389880349831</cx:pt>
          <cx:pt idx="3387">40.242387564552246</cx:pt>
          <cx:pt idx="3388">52.704391103495638</cx:pt>
          <cx:pt idx="3389">76.803123828969589</cx:pt>
          <cx:pt idx="3390">46.001566298070607</cx:pt>
          <cx:pt idx="3391">58.880754246729566</cx:pt>
          <cx:pt idx="3392">57.711951086765829</cx:pt>
          <cx:pt idx="3393">61.651150673419863</cx:pt>
          <cx:pt idx="3394">59.033360272298033</cx:pt>
          <cx:pt idx="3395">53.092952738534407</cx:pt>
          <cx:pt idx="3396">33.586821633140559</cx:pt>
          <cx:pt idx="3397">45.222026653698336</cx:pt>
          <cx:pt idx="3398">44.968966798848555</cx:pt>
          <cx:pt idx="3399">48.229612466197366</cx:pt>
          <cx:pt idx="3400">55.421153864484857</cx:pt>
          <cx:pt idx="3401">54.773253371797189</cx:pt>
          <cx:pt idx="3402">36.945957869033641</cx:pt>
          <cx:pt idx="3403">59.520737311723167</cx:pt>
          <cx:pt idx="3404">45.83912227292754</cx:pt>
          <cx:pt idx="3405">66.858170323162426</cx:pt>
          <cx:pt idx="3406">59.730902105788196</cx:pt>
          <cx:pt idx="3407">58.887322842013887</cx:pt>
          <cx:pt idx="3408">62.553034465163861</cx:pt>
          <cx:pt idx="3409">50.862128271465451</cx:pt>
          <cx:pt idx="3410">37.236194780695691</cx:pt>
          <cx:pt idx="3411">60.535439087300546</cx:pt>
          <cx:pt idx="3412">42.453270177500066</cx:pt>
          <cx:pt idx="3413">61.278137690938145</cx:pt>
          <cx:pt idx="3414">41.8680286051504</cx:pt>
          <cx:pt idx="3415">62.177163307800271</cx:pt>
          <cx:pt idx="3416">48.622116952938079</cx:pt>
          <cx:pt idx="3417">45.185761810436432</cx:pt>
          <cx:pt idx="3418">31.67018613448823</cx:pt>
          <cx:pt idx="3419">55.456868368500352</cx:pt>
          <cx:pt idx="3420">35.087390626053953</cx:pt>
          <cx:pt idx="3421">50.96721440975049</cx:pt>
          <cx:pt idx="3422">46.001749829414337</cx:pt>
          <cx:pt idx="3423">58.142123715871008</cx:pt>
          <cx:pt idx="3424">45.945899957645537</cx:pt>
          <cx:pt idx="3425">63.962084880246351</cx:pt>
          <cx:pt idx="3426">50.359694824827486</cx:pt>
          <cx:pt idx="3427">58.924680067724324</cx:pt>
          <cx:pt idx="3428">59.199724512529542</cx:pt>
          <cx:pt idx="3429">45.683453803519299</cx:pt>
          <cx:pt idx="3430">44.319599679188997</cx:pt>
          <cx:pt idx="3431">62.473646686561906</cx:pt>
          <cx:pt idx="3432">43.248489438954003</cx:pt>
          <cx:pt idx="3433">68.481030918251122</cx:pt>
          <cx:pt idx="3434">45.496794607815971</cx:pt>
          <cx:pt idx="3435">53.384024009727625</cx:pt>
          <cx:pt idx="3436">45.621229856531095</cx:pt>
          <cx:pt idx="3437">48.293558223542099</cx:pt>
          <cx:pt idx="3438">50.396024195584829</cx:pt>
          <cx:pt idx="3439">50.501645584103024</cx:pt>
          <cx:pt idx="3440">46.911589860451251</cx:pt>
          <cx:pt idx="3441">40.15693558367154</cx:pt>
          <cx:pt idx="3442">52.654173917682336</cx:pt>
          <cx:pt idx="3443">48.809316801497403</cx:pt>
          <cx:pt idx="3444">52.229132206349206</cx:pt>
          <cx:pt idx="3445">62.316016739694433</cx:pt>
          <cx:pt idx="3446">43.294841621337504</cx:pt>
          <cx:pt idx="3447">58.655063130407825</cx:pt>
          <cx:pt idx="3448">41.514139744848904</cx:pt>
          <cx:pt idx="3449">47.848109571332905</cx:pt>
          <cx:pt idx="3450">53.865288526968321</cx:pt>
          <cx:pt idx="3451">40.508171176711656</cx:pt>
          <cx:pt idx="3452">41.113952635749044</cx:pt>
          <cx:pt idx="3453">41.589960785822015</cx:pt>
          <cx:pt idx="3454">42.001814248721352</cx:pt>
          <cx:pt idx="3455">36.668543922390867</cx:pt>
          <cx:pt idx="3456">47.476738429337672</cx:pt>
          <cx:pt idx="3457">45.379968960642913</cx:pt>
          <cx:pt idx="3458">63.649949680264754</cx:pt>
          <cx:pt idx="3459">48.599601172979717</cx:pt>
          <cx:pt idx="3460">41.185746106839694</cx:pt>
          <cx:pt idx="3461">39.338934940329146</cx:pt>
          <cx:pt idx="3462">54.928889747453617</cx:pt>
          <cx:pt idx="3463">54.162342943012035</cx:pt>
          <cx:pt idx="3464">56.933259833839578</cx:pt>
          <cx:pt idx="3465">60.6453399824223</cx:pt>
          <cx:pt idx="3466">38.537455488067451</cx:pt>
          <cx:pt idx="3467">52.33227404018151</cx:pt>
          <cx:pt idx="3468">63.194590550151233</cx:pt>
          <cx:pt idx="3469">34.237959709127708</cx:pt>
          <cx:pt idx="3470">58.766132564959399</cx:pt>
          <cx:pt idx="3471">33.846674995301342</cx:pt>
          <cx:pt idx="3472">51.555960109506337</cx:pt>
          <cx:pt idx="3473">47.237144476356242</cx:pt>
          <cx:pt idx="3474">53.727611471077431</cx:pt>
          <cx:pt idx="3475">55.912836268425622</cx:pt>
          <cx:pt idx="3476">41.921785120983408</cx:pt>
          <cx:pt idx="3477">52.605088213991706</cx:pt>
          <cx:pt idx="3478">45.218058165785308</cx:pt>
          <cx:pt idx="3479">46.527624667027311</cx:pt>
          <cx:pt idx="3480">45.544890286063634</cx:pt>
          <cx:pt idx="3481">59.471636067175659</cx:pt>
          <cx:pt idx="3482">33.811094431788369</cx:pt>
          <cx:pt idx="3483">51.757018482317051</cx:pt>
          <cx:pt idx="3484">65.183559649988609</cx:pt>
          <cx:pt idx="3485">57.449913728428584</cx:pt>
          <cx:pt idx="3486">52.901979517108714</cx:pt>
          <cx:pt idx="3487">30.235306893091934</cx:pt>
          <cx:pt idx="3488">58.274042960681513</cx:pt>
          <cx:pt idx="3489">54.22058694665769</cx:pt>
          <cx:pt idx="3490">65.766006259123458</cx:pt>
          <cx:pt idx="3491">62.546212400496515</cx:pt>
          <cx:pt idx="3492">29.391728978300939</cx:pt>
          <cx:pt idx="3493">61.452002775133607</cx:pt>
          <cx:pt idx="3494">61.827001118101123</cx:pt>
          <cx:pt idx="3495">47.400102930959505</cx:pt>
          <cx:pt idx="3496">58.071697311553592</cx:pt>
          <cx:pt idx="3497">30.840550039421995</cx:pt>
          <cx:pt idx="3498">46.370999554165579</cx:pt>
          <cx:pt idx="3499">48.536071539921565</cx:pt>
          <cx:pt idx="3500">24.419671494522404</cx:pt>
          <cx:pt idx="3501">53.528362804394582</cx:pt>
          <cx:pt idx="3502">38.790373989977915</cx:pt>
          <cx:pt idx="3503">61.12940634181318</cx:pt>
          <cx:pt idx="3504">52.286828546268048</cx:pt>
          <cx:pt idx="3505">60.769738017549102</cx:pt>
          <cx:pt idx="3506">34.725664107945221</cx:pt>
          <cx:pt idx="3507">43.316859972656182</cx:pt>
          <cx:pt idx="3508">57.861897929880598</cx:pt>
          <cx:pt idx="3509">53.014852890658538</cx:pt>
          <cx:pt idx="3510">45.898685300914416</cx:pt>
          <cx:pt idx="3511">48.508834635121275</cx:pt>
          <cx:pt idx="3512">37.875564434316892</cx:pt>
          <cx:pt idx="3513">62.994760872535863</cx:pt>
          <cx:pt idx="3514">45.757935555334925</cx:pt>
          <cx:pt idx="3515">57.605042803253859</cx:pt>
          <cx:pt idx="3516">38.712414174341845</cx:pt>
          <cx:pt idx="3517">59.21642049086654</cx:pt>
          <cx:pt idx="3518">60.71687726705126</cx:pt>
          <cx:pt idx="3519">58.370573134250847</cx:pt>
          <cx:pt idx="3520">59.596561260666988</cx:pt>
          <cx:pt idx="3521">61.516856088927</cx:pt>
          <cx:pt idx="3522">51.49646673658021</cx:pt>
          <cx:pt idx="3523">37.643188812461453</cx:pt>
          <cx:pt idx="3524">45.938682254708176</cx:pt>
          <cx:pt idx="3525">30.735242338549412</cx:pt>
          <cx:pt idx="3526">47.042718816245404</cx:pt>
          <cx:pt idx="3527">48.55974986190683</cx:pt>
          <cx:pt idx="3528">66.836698452708987</cx:pt>
          <cx:pt idx="3529">70.779708420190133</cx:pt>
          <cx:pt idx="3530">60.230865016947988</cx:pt>
          <cx:pt idx="3531">62.351895346478514</cx:pt>
          <cx:pt idx="3532">56.174392373412871</cx:pt>
          <cx:pt idx="3533">52.443066169304565</cx:pt>
          <cx:pt idx="3534">52.145940430589206</cx:pt>
          <cx:pt idx="3535">50.947854722561523</cx:pt>
          <cx:pt idx="3536">46.28379170866711</cx:pt>
          <cx:pt idx="3537">61.858014868252425</cx:pt>
          <cx:pt idx="3538">57.37353257301524</cx:pt>
          <cx:pt idx="3539">51.842789672625067</cx:pt>
          <cx:pt idx="3540">56.900287957233303</cx:pt>
          <cx:pt idx="3541">56.619407913558959</cx:pt>
          <cx:pt idx="3542">59.688380379572465</cx:pt>
          <cx:pt idx="3543">46.048712228223195</cx:pt>
          <cx:pt idx="3544">47.366244729421645</cx:pt>
          <cx:pt idx="3545">18.948730005633159</cx:pt>
          <cx:pt idx="3546">66.67580326133934</cx:pt>
          <cx:pt idx="3547">35.979425768081953</cx:pt>
          <cx:pt idx="3548">46.714102778882953</cx:pt>
          <cx:pt idx="3549">50.778358488364397</cx:pt>
          <cx:pt idx="3550">62.9269470480276</cx:pt>
          <cx:pt idx="3551">69.138885267368607</cx:pt>
          <cx:pt idx="3552">52.273955019338622</cx:pt>
          <cx:pt idx="3553">29.135239051572114</cx:pt>
          <cx:pt idx="3554">48.44964945960507</cx:pt>
          <cx:pt idx="3555">48.989679126407957</cx:pt>
          <cx:pt idx="3556">54.682270781101764</cx:pt>
          <cx:pt idx="3557">37.06267469106816</cx:pt>
          <cx:pt idx="3558">38.964511541814502</cx:pt>
          <cx:pt idx="3559">33.357669028634284</cx:pt>
          <cx:pt idx="3560">68.601835305278911</cx:pt>
          <cx:pt idx="3561">53.566793159482806</cx:pt>
          <cx:pt idx="3562">60.133504777497997</cx:pt>
          <cx:pt idx="3563">38.982201218053056</cx:pt>
          <cx:pt idx="3564">49.419272387258893</cx:pt>
          <cx:pt idx="3565">48.553765381378241</cx:pt>
          <cx:pt idx="3566">56.401774513726465</cx:pt>
          <cx:pt idx="3567">54.856701263520058</cx:pt>
          <cx:pt idx="3568">47.372052025774138</cx:pt>
          <cx:pt idx="3569">50.439893846572929</cx:pt>
          <cx:pt idx="3570">42.132989011719509</cx:pt>
          <cx:pt idx="3571">41.886703099115614</cx:pt>
          <cx:pt idx="3572">58.721608528120044</cx:pt>
          <cx:pt idx="3573">47.387465855444447</cx:pt>
          <cx:pt idx="3574">51.991897818002556</cx:pt>
          <cx:pt idx="3575">63.847943686861441</cx:pt>
          <cx:pt idx="3576">54.989787678455322</cx:pt>
          <cx:pt idx="3577">35.103380480707571</cx:pt>
          <cx:pt idx="3578">42.833237420569496</cx:pt>
          <cx:pt idx="3579">62.229733784268589</cx:pt>
          <cx:pt idx="3580">46.755170835744948</cx:pt>
          <cx:pt idx="3581">41.779731442473803</cx:pt>
          <cx:pt idx="3582">51.685603892814576</cx:pt>
          <cx:pt idx="3583">42.584975473174552</cx:pt>
          <cx:pt idx="3584">44.696507877191735</cx:pt>
          <cx:pt idx="3585">53.223209471576418</cx:pt>
          <cx:pt idx="3586">50.749750599506022</cx:pt>
          <cx:pt idx="3587">58.579399938376483</cx:pt>
          <cx:pt idx="3588">34.9219008267739</cx:pt>
          <cx:pt idx="3589">25.152410102391269</cx:pt>
          <cx:pt idx="3590">54.912843452836029</cx:pt>
          <cx:pt idx="3591">57.102260839075633</cx:pt>
          <cx:pt idx="3592">38.405453019152986</cx:pt>
          <cx:pt idx="3593">53.451762179864538</cx:pt>
          <cx:pt idx="3594">65.088238660461371</cx:pt>
          <cx:pt idx="3595">41.209459447121645</cx:pt>
          <cx:pt idx="3596">44.131385300534916</cx:pt>
          <cx:pt idx="3597">33.815347699825352</cx:pt>
          <cx:pt idx="3598">53.458295586608784</cx:pt>
          <cx:pt idx="3599">37.07415124771849</cx:pt>
          <cx:pt idx="3600">53.427195484133925</cx:pt>
          <cx:pt idx="3601">50.731386058505414</cx:pt>
          <cx:pt idx="3602">56.036452176591055</cx:pt>
          <cx:pt idx="3603">65.22241010814794</cx:pt>
          <cx:pt idx="3604">55.338332670121737</cx:pt>
          <cx:pt idx="3605">73.501135556339634</cx:pt>
          <cx:pt idx="3606">32.839170203225791</cx:pt>
          <cx:pt idx="3607">59.86268706687823</cx:pt>
          <cx:pt idx="3608">45.806847558223829</cx:pt>
          <cx:pt idx="3609">43.109234311244705</cx:pt>
          <cx:pt idx="3610">41.602169255805876</cx:pt>
          <cx:pt idx="3611">43.690147483136101</cx:pt>
          <cx:pt idx="3612">53.822888776227501</cx:pt>
          <cx:pt idx="3613">36.675742595286088</cx:pt>
          <cx:pt idx="3614">30.379929985737771</cx:pt>
          <cx:pt idx="3615">52.264539541470199</cx:pt>
          <cx:pt idx="3616">27.483129385181858</cx:pt>
          <cx:pt idx="3617">46.636571953212126</cx:pt>
          <cx:pt idx="3618">54.866302199070688</cx:pt>
          <cx:pt idx="3619">35.386428786341469</cx:pt>
          <cx:pt idx="3620">68.636948087875226</cx:pt>
          <cx:pt idx="3621">46.334335521397549</cx:pt>
          <cx:pt idx="3622">44.242599724362563</cx:pt>
          <cx:pt idx="3623">54.947609476051063</cx:pt>
          <cx:pt idx="3624">54.200776088561099</cx:pt>
          <cx:pt idx="3625">61.413139331499664</cx:pt>
          <cx:pt idx="3626">52.003511074755998</cx:pt>
          <cx:pt idx="3627">48.005417999256693</cx:pt>
          <cx:pt idx="3628">58.412280353855145</cx:pt>
          <cx:pt idx="3629">47.173980701417953</cx:pt>
          <cx:pt idx="3630">55.412890631047503</cx:pt>
          <cx:pt idx="3631">66.623405491275918</cx:pt>
          <cx:pt idx="3632">34.772816773070303</cx:pt>
          <cx:pt idx="3633">62.013841227548539</cx:pt>
          <cx:pt idx="3634">49.180759663050111</cx:pt>
          <cx:pt idx="3635">34.408235583518838</cx:pt>
          <cx:pt idx="3636">37.861064493094929</cx:pt>
          <cx:pt idx="3637">46.555237037200015</cx:pt>
          <cx:pt idx="3638">27.587696448283765</cx:pt>
          <cx:pt idx="3639">50.084743730830169</cx:pt>
          <cx:pt idx="3640">53.662349407406708</cx:pt>
          <cx:pt idx="3641">50.361072973629234</cx:pt>
          <cx:pt idx="3642">55.737885750407308</cx:pt>
          <cx:pt idx="3643">18.401629440226852</cx:pt>
          <cx:pt idx="3644">48.448249585277757</cx:pt>
          <cx:pt idx="3645">57.037238723132937</cx:pt>
          <cx:pt idx="3646">59.759282846702789</cx:pt>
          <cx:pt idx="3647">47.742019641291805</cx:pt>
          <cx:pt idx="3648">62.221092847685632</cx:pt>
          <cx:pt idx="3649">37.296559760392512</cx:pt>
          <cx:pt idx="3650">35.692333424989982</cx:pt>
          <cx:pt idx="3651">50.488813868816237</cx:pt>
          <cx:pt idx="3652">63.463129987041334</cx:pt>
          <cx:pt idx="3653">44.815646225905226</cx:pt>
          <cx:pt idx="3654">56.989960074982939</cx:pt>
          <cx:pt idx="3655">32.586257733088424</cx:pt>
          <cx:pt idx="3656">54.525313452601203</cx:pt>
          <cx:pt idx="3657">61.35489005844628</cx:pt>
          <cx:pt idx="3658">60.03461417891549</cx:pt>
          <cx:pt idx="3659">37.940613001708357</cx:pt>
          <cx:pt idx="3660">43.64258106958998</cx:pt>
          <cx:pt idx="3661">63.747000162485065</cx:pt>
          <cx:pt idx="3662">66.532946664638558</cx:pt>
          <cx:pt idx="3663">60.028723292393863</cx:pt>
          <cx:pt idx="3664">45.671281800949728</cx:pt>
          <cx:pt idx="3665">65.852784509563719</cx:pt>
          <cx:pt idx="3666">44.003312933996483</cx:pt>
          <cx:pt idx="3667">38.412875128868137</cx:pt>
          <cx:pt idx="3668">52.217133803182641</cx:pt>
          <cx:pt idx="3669">44.135156404088399</cx:pt>
          <cx:pt idx="3670">60.239228758063661</cx:pt>
          <cx:pt idx="3671">39.9062387178924</cx:pt>
          <cx:pt idx="3672">51.094185483466887</cx:pt>
          <cx:pt idx="3673">43.8970798561637</cx:pt>
          <cx:pt idx="3674">37.728827893903386</cx:pt>
          <cx:pt idx="3675">49.460878601270473</cx:pt>
          <cx:pt idx="3676">50.658716380635752</cx:pt>
          <cx:pt idx="3677">35.008105119429622</cx:pt>
          <cx:pt idx="3678">48.175008804457008</cx:pt>
          <cx:pt idx="3679">46.817485810707254</cx:pt>
          <cx:pt idx="3680">39.164475677049055</cx:pt>
          <cx:pt idx="3681">34.689949747012875</cx:pt>
          <cx:pt idx="3682">34.5057486278845</cx:pt>
          <cx:pt idx="3683">50.749739624217483</cx:pt>
          <cx:pt idx="3684">47.46713445683632</cx:pt>
          <cx:pt idx="3685">70.377669357727811</cx:pt>
          <cx:pt idx="3686">49.580111869016719</cx:pt>
          <cx:pt idx="3687">41.490191310036593</cx:pt>
          <cx:pt idx="3688">52.767131628334496</cx:pt>
          <cx:pt idx="3689">39.164096412754077</cx:pt>
          <cx:pt idx="3690">54.493813867887781</cx:pt>
          <cx:pt idx="3691">61.688585514642277</cx:pt>
          <cx:pt idx="3692">64.821274379197519</cx:pt>
          <cx:pt idx="3693">40.841353260773566</cx:pt>
          <cx:pt idx="3694">68.482975404382614</cx:pt>
          <cx:pt idx="3695">47.127556871582733</cx:pt>
          <cx:pt idx="3696">52.417936563363256</cx:pt>
          <cx:pt idx="3697">54.624862752441004</cx:pt>
          <cx:pt idx="3698">51.811915604835882</cx:pt>
          <cx:pt idx="3699">29.084231813902672</cx:pt>
          <cx:pt idx="3700">41.281436757042158</cx:pt>
          <cx:pt idx="3701">49.092559145131482</cx:pt>
          <cx:pt idx="3702">77.381418175428806</cx:pt>
          <cx:pt idx="3703">46.133764118356396</cx:pt>
          <cx:pt idx="3704">56.045275174210801</cx:pt>
          <cx:pt idx="3705">35.526977193138848</cx:pt>
          <cx:pt idx="3706">40.374918923749199</cx:pt>
          <cx:pt idx="3707">22.442227444623505</cx:pt>
          <cx:pt idx="3708">51.713235442166599</cx:pt>
          <cx:pt idx="3709">53.175298744419791</cx:pt>
          <cx:pt idx="3710">65.005326437305456</cx:pt>
          <cx:pt idx="3711">51.992696399058794</cx:pt>
          <cx:pt idx="3712">37.79771185966527</cx:pt>
          <cx:pt idx="3713">70.137729582793497</cx:pt>
          <cx:pt idx="3714">41.433847905390259</cx:pt>
          <cx:pt idx="3715">47.969689771313426</cx:pt>
          <cx:pt idx="3716">47.065257311337895</cx:pt>
          <cx:pt idx="3717">47.618362371459092</cx:pt>
          <cx:pt idx="3718">46.720754062998722</cx:pt>
          <cx:pt idx="3719">42.506749731381575</cx:pt>
          <cx:pt idx="3720">42.809151519365642</cx:pt>
          <cx:pt idx="3721">52.811599041681923</cx:pt>
          <cx:pt idx="3722">51.003967534231812</cx:pt>
          <cx:pt idx="3723">49.701325442755895</cx:pt>
          <cx:pt idx="3724">57.19952168565176</cx:pt>
          <cx:pt idx="3725">37.018842130286039</cx:pt>
          <cx:pt idx="3726">50.362879414361515</cx:pt>
          <cx:pt idx="3727">51.889851924265827</cx:pt>
          <cx:pt idx="3728">63.862667250141889</cx:pt>
          <cx:pt idx="3729">52.868945006187886</cx:pt>
          <cx:pt idx="3730">61.866527824394232</cx:pt>
          <cx:pt idx="3731">47.452387187796482</cx:pt>
          <cx:pt idx="3732">45.305035885147895</cx:pt>
          <cx:pt idx="3733">38.069647511604906</cx:pt>
          <cx:pt idx="3734">49.77081090068053</cx:pt>
          <cx:pt idx="3735">59.635184785779479</cx:pt>
          <cx:pt idx="3736">49.442742901732522</cx:pt>
          <cx:pt idx="3737">60.004283382899281</cx:pt>
          <cx:pt idx="3738">53.925899462599965</cx:pt>
          <cx:pt idx="3739">55.51300367751125</cx:pt>
          <cx:pt idx="3740">60.76627945966576</cx:pt>
          <cx:pt idx="3741">50.641944708520327</cx:pt>
          <cx:pt idx="3742">62.003891663330101</cx:pt>
          <cx:pt idx="3743">53.89929555715851</cx:pt>
          <cx:pt idx="3744">47.384080116997474</cx:pt>
          <cx:pt idx="3745">53.936709238600002</cx:pt>
          <cx:pt idx="3746">31.970906410616053</cx:pt>
          <cx:pt idx="3747">56.726265599316925</cx:pt>
          <cx:pt idx="3748">38.069690412707324</cx:pt>
          <cx:pt idx="3749">62.249222554627259</cx:pt>
          <cx:pt idx="3750">45.805121363827936</cx:pt>
          <cx:pt idx="3751">56.78739659182451</cx:pt>
          <cx:pt idx="3752">50.502533579469294</cx:pt>
          <cx:pt idx="3753">37.689150555596996</cx:pt>
          <cx:pt idx="3754">64.1935586060101</cx:pt>
          <cx:pt idx="3755">43.045739709303163</cx:pt>
          <cx:pt idx="3756">46.27017747493425</cx:pt>
          <cx:pt idx="3757">50.209563418893794</cx:pt>
          <cx:pt idx="3758">47.035226728496582</cx:pt>
          <cx:pt idx="3759">58.959726446823844</cx:pt>
          <cx:pt idx="3760">44.364250481598802</cx:pt>
          <cx:pt idx="3761">50.397120967689716</cx:pt>
          <cx:pt idx="3762">43.254295968620326</cx:pt>
          <cx:pt idx="3763">63.181144426958767</cx:pt>
          <cx:pt idx="3764">36.142253163583646</cx:pt>
          <cx:pt idx="3765">46.481469981221196</cx:pt>
          <cx:pt idx="3766">38.145315100487252</cx:pt>
          <cx:pt idx="3767">59.583855382162625</cx:pt>
          <cx:pt idx="3768">56.373025261328941</cx:pt>
          <cx:pt idx="3769">35.973071848772065</cx:pt>
          <cx:pt idx="3770">54.834292441369016</cx:pt>
          <cx:pt idx="3771">55.865512522419806</cx:pt>
          <cx:pt idx="3772">37.345417865690727</cx:pt>
          <cx:pt idx="3773">59.884455933808027</cx:pt>
          <cx:pt idx="3774">37.291314675179578</cx:pt>
          <cx:pt idx="3775">44.217464795908398</cx:pt>
          <cx:pt idx="3776">45.108823626502492</cx:pt>
          <cx:pt idx="3777">72.356902436792467</cx:pt>
          <cx:pt idx="3778">37.740676281133375</cx:pt>
          <cx:pt idx="3779">44.059101718307318</cx:pt>
          <cx:pt idx="3780">33.171102512887117</cx:pt>
          <cx:pt idx="3781">60.754170079369473</cx:pt>
          <cx:pt idx="3782">62.183701378384022</cx:pt>
          <cx:pt idx="3783">53.392034119684155</cx:pt>
          <cx:pt idx="3784">65.475296137060937</cx:pt>
          <cx:pt idx="3785">58.616211223205255</cx:pt>
          <cx:pt idx="3786">41.988774469234215</cx:pt>
          <cx:pt idx="3787">60.594710875447021</cx:pt>
          <cx:pt idx="3788">36.796202655926621</cx:pt>
          <cx:pt idx="3789">46.218896635912117</cx:pt>
          <cx:pt idx="3790">59.63894795483823</cx:pt>
          <cx:pt idx="3791">50.025221909780562</cx:pt>
          <cx:pt idx="3792">53.917333788361177</cx:pt>
          <cx:pt idx="3793">55.708712379428945</cx:pt>
          <cx:pt idx="3794">68.215328312485354</cx:pt>
          <cx:pt idx="3795">42.815890177725535</cx:pt>
          <cx:pt idx="3796">48.468974225334122</cx:pt>
          <cx:pt idx="3797">49.571316982241619</cx:pt>
          <cx:pt idx="3798">60.193735921112918</cx:pt>
          <cx:pt idx="3799">52.993737784332708</cx:pt>
          <cx:pt idx="3800">51.419450195251201</cx:pt>
          <cx:pt idx="3801">39.97725154052447</cx:pt>
          <cx:pt idx="3802">56.593557516791662</cx:pt>
          <cx:pt idx="3803">52.299741466519606</cx:pt>
          <cx:pt idx="3804">56.899182487746785</cx:pt>
          <cx:pt idx="3805">65.196500162431406</cx:pt>
          <cx:pt idx="3806">44.290337308441437</cx:pt>
          <cx:pt idx="3807">41.042460433877579</cx:pt>
          <cx:pt idx="3808">53.563062689953924</cx:pt>
          <cx:pt idx="3809">53.43633382544941</cx:pt>
          <cx:pt idx="3810">28.694982084500197</cx:pt>
          <cx:pt idx="3811">50.671483059580872</cx:pt>
          <cx:pt idx="3812">54.650816238999639</cx:pt>
          <cx:pt idx="3813">39.824291805271805</cx:pt>
          <cx:pt idx="3814">49.500719041017774</cx:pt>
          <cx:pt idx="3815">61.060465931513022</cx:pt>
          <cx:pt idx="3816">61.62712548028032</cx:pt>
          <cx:pt idx="3817">48.171441655386801</cx:pt>
          <cx:pt idx="3818">39.187714163267842</cx:pt>
          <cx:pt idx="3819">65.818429249892063</cx:pt>
          <cx:pt idx="3820">51.649951303387212</cx:pt>
          <cx:pt idx="3821">38.539042494219622</cx:pt>
          <cx:pt idx="3822">37.628974283389788</cx:pt>
          <cx:pt idx="3823">56.204784994108564</cx:pt>
          <cx:pt idx="3824">45.489590557878095</cx:pt>
          <cx:pt idx="3825">56.400711749314794</cx:pt>
          <cx:pt idx="3826">45.401612089732176</cx:pt>
          <cx:pt idx="3827">51.664151686336908</cx:pt>
          <cx:pt idx="3828">70.312638096147268</cx:pt>
          <cx:pt idx="3829">62.964719003599484</cx:pt>
          <cx:pt idx="3830">41.001460463757994</cx:pt>
          <cx:pt idx="3831">43.88382352964878</cx:pt>
          <cx:pt idx="3832">49.691516795411964</cx:pt>
          <cx:pt idx="3833">61.9979659020375</cx:pt>
          <cx:pt idx="3834">51.601908668308965</cx:pt>
          <cx:pt idx="3835">68.426883753264889</cx:pt>
          <cx:pt idx="3836">53.102410862664847</cx:pt>
          <cx:pt idx="3837">62.590717346465112</cx:pt>
          <cx:pt idx="3838">46.111061852101507</cx:pt>
          <cx:pt idx="3839">54.926764282157038</cx:pt>
          <cx:pt idx="3840">35.712422687600025</cx:pt>
          <cx:pt idx="3841">23.763813008509462</cx:pt>
          <cx:pt idx="3842">30.057392574101538</cx:pt>
          <cx:pt idx="3843">66.08104570980629</cx:pt>
          <cx:pt idx="3844">38.602069028348474</cx:pt>
          <cx:pt idx="3845">50.005604523136618</cx:pt>
          <cx:pt idx="3846">49.780939321074364</cx:pt>
          <cx:pt idx="3847">48.853653072956348</cx:pt>
          <cx:pt idx="3848">57.156657944949586</cx:pt>
          <cx:pt idx="3849">49.417283872688657</cx:pt>
          <cx:pt idx="3850">38.395320972132438</cx:pt>
          <cx:pt idx="3851">42.097242419702674</cx:pt>
          <cx:pt idx="3852">45.850460476580764</cx:pt>
          <cx:pt idx="3853">62.963564653951849</cx:pt>
          <cx:pt idx="3854">59.64245283117873</cx:pt>
          <cx:pt idx="3855">50.666038999701655</cx:pt>
          <cx:pt idx="3856">62.486550984329618</cx:pt>
          <cx:pt idx="3857">57.059579337329424</cx:pt>
          <cx:pt idx="3858">54.212548127829564</cx:pt>
          <cx:pt idx="3859">61.46317134542015</cx:pt>
          <cx:pt idx="3860">46.909437025980765</cx:pt>
          <cx:pt idx="3861">63.062029393352617</cx:pt>
          <cx:pt idx="3862">26.58245868541092</cx:pt>
          <cx:pt idx="3863">66.852858575159189</cx:pt>
          <cx:pt idx="3864">55.018997079638211</cx:pt>
          <cx:pt idx="3865">35.040882179623821</cx:pt>
          <cx:pt idx="3866">36.920684605501435</cx:pt>
          <cx:pt idx="3867">52.42147763399003</cx:pt>
          <cx:pt idx="3868">37.743779905563208</cx:pt>
          <cx:pt idx="3869">41.553655196231858</cx:pt>
          <cx:pt idx="3870">47.958418823552044</cx:pt>
          <cx:pt idx="3871">74.915634300233691</cx:pt>
          <cx:pt idx="3872">53.885425699693066</cx:pt>
          <cx:pt idx="3873">56.540083844877884</cx:pt>
          <cx:pt idx="3874">50.568654052793285</cx:pt>
          <cx:pt idx="3875">71.197100865274138</cx:pt>
          <cx:pt idx="3876">55.740862981924487</cx:pt>
          <cx:pt idx="3877">51.706874931974006</cx:pt>
          <cx:pt idx="3878">58.195053627192465</cx:pt>
          <cx:pt idx="3879">46.654749117032807</cx:pt>
          <cx:pt idx="3880">38.819565273648912</cx:pt>
          <cx:pt idx="3881">45.968542242226214</cx:pt>
          <cx:pt idx="3882">59.616806192722606</cx:pt>
          <cx:pt idx="3883">48.872747309404559</cx:pt>
          <cx:pt idx="3884">40.489875785834087</cx:pt>
          <cx:pt idx="3885">49.134121316207903</cx:pt>
          <cx:pt idx="3886">63.535810051468779</cx:pt>
          <cx:pt idx="3887">63.722535947437692</cx:pt>
          <cx:pt idx="3888">50.186104520814851</cx:pt>
          <cx:pt idx="3889">44.736837665243968</cx:pt>
          <cx:pt idx="3890">45.001705355970543</cx:pt>
          <cx:pt idx="3891">33.006234956152653</cx:pt>
          <cx:pt idx="3892">43.590383167134839</cx:pt>
          <cx:pt idx="3893">49.522549050419784</cx:pt>
          <cx:pt idx="3894">54.219405944410035</cx:pt>
          <cx:pt idx="3895">55.215164689898216</cx:pt>
          <cx:pt idx="3896">53.498366324608881</cx:pt>
          <cx:pt idx="3897">51.128173898524395</cx:pt>
          <cx:pt idx="3898">58.911912036640864</cx:pt>
          <cx:pt idx="3899">43.164002570026945</cx:pt>
          <cx:pt idx="3900">59.22664901756913</cx:pt>
          <cx:pt idx="3901">58.430661639239602</cx:pt>
          <cx:pt idx="3902">71.242241590302044</cx:pt>
          <cx:pt idx="3903">50.809014808730808</cx:pt>
          <cx:pt idx="3904">62.980735804372472</cx:pt>
          <cx:pt idx="3905">49.377773241403261</cx:pt>
          <cx:pt idx="3906">52.542647486909296</cx:pt>
          <cx:pt idx="3907">56.949306652612378</cx:pt>
          <cx:pt idx="3908">54.014522763960834</cx:pt>
          <cx:pt idx="3909">54.410054829894406</cx:pt>
          <cx:pt idx="3910">43.351722968462255</cx:pt>
          <cx:pt idx="3911">38.860268206145619</cx:pt>
          <cx:pt idx="3912">55.031984095886777</cx:pt>
          <cx:pt idx="3913">37.854368581301173</cx:pt>
          <cx:pt idx="3914">49.335201064865984</cx:pt>
          <cx:pt idx="3915">58.337686818390807</cx:pt>
          <cx:pt idx="3916">53.525865316708526</cx:pt>
          <cx:pt idx="3917">55.628686451847287</cx:pt>
          <cx:pt idx="3918">65.929781293002748</cx:pt>
          <cx:pt idx="3919">54.719617916003116</cx:pt>
          <cx:pt idx="3920">43.669429263695442</cx:pt>
          <cx:pt idx="3921">66.899927654826186</cx:pt>
          <cx:pt idx="3922">48.573152390418919</cx:pt>
          <cx:pt idx="3923">64.959329985124427</cx:pt>
          <cx:pt idx="3924">37.213394573735386</cx:pt>
          <cx:pt idx="3925">47.82507482418869</cx:pt>
          <cx:pt idx="3926">36.011510283567283</cx:pt>
          <cx:pt idx="3927">49.405258157690561</cx:pt>
          <cx:pt idx="3928">52.361993871318958</cx:pt>
          <cx:pt idx="3929">39.19929058845306</cx:pt>
          <cx:pt idx="3930">56.069499994088744</cx:pt>
          <cx:pt idx="3931">60.410951469848825</cx:pt>
          <cx:pt idx="3932">62.441784092844415</cx:pt>
          <cx:pt idx="3933">64.931923235807872</cx:pt>
          <cx:pt idx="3934">43.957942193819093</cx:pt>
          <cx:pt idx="3935">50.757284614571105</cx:pt>
          <cx:pt idx="3936">47.635175153408781</cx:pt>
          <cx:pt idx="3937">36.336452434261886</cx:pt>
          <cx:pt idx="3938">57.418659237598263</cx:pt>
          <cx:pt idx="3939">41.062880676582779</cx:pt>
          <cx:pt idx="3940">31.464175948378742</cx:pt>
          <cx:pt idx="3941">37.789328859194484</cx:pt>
          <cx:pt idx="3942">42.695338856416797</cx:pt>
          <cx:pt idx="3943">53.847471786357616</cx:pt>
          <cx:pt idx="3944">44.221572047084038</cx:pt>
          <cx:pt idx="3945">60.704885740329814</cx:pt>
          <cx:pt idx="3946">50.958343709423637</cx:pt>
          <cx:pt idx="3947">72.42317117552335</cx:pt>
          <cx:pt idx="3948">61.264196494149083</cx:pt>
          <cx:pt idx="3949">50.658129921357791</cx:pt>
          <cx:pt idx="3950">64.912913984955168</cx:pt>
          <cx:pt idx="3951">44.56482261268296</cx:pt>
          <cx:pt idx="3952">43.234822364079875</cx:pt>
          <cx:pt idx="3953">56.125178250861829</cx:pt>
          <cx:pt idx="3954">55.438960102506613</cx:pt>
          <cx:pt idx="3955">51.476161497087631</cx:pt>
          <cx:pt idx="3956">56.885672153151965</cx:pt>
          <cx:pt idx="3957">45.506874084723123</cx:pt>
          <cx:pt idx="3958">41.813478838129356</cx:pt>
          <cx:pt idx="3959">33.722402692737774</cx:pt>
          <cx:pt idx="3960">37.102288203931195</cx:pt>
          <cx:pt idx="3961">42.799035608264958</cx:pt>
          <cx:pt idx="3962">33.026115653956658</cx:pt>
          <cx:pt idx="3963">43.3728991987699</cx:pt>
          <cx:pt idx="3964">36.360467904537146</cx:pt>
          <cx:pt idx="3965">69.000695100940533</cx:pt>
          <cx:pt idx="3966">55.570160413507764</cx:pt>
          <cx:pt idx="3967">42.187951625457615</cx:pt>
          <cx:pt idx="3968">46.279153847508013</cx:pt>
          <cx:pt idx="3969">43.764129181217584</cx:pt>
          <cx:pt idx="3970">53.574636304645409</cx:pt>
          <cx:pt idx="3971">46.737839026183153</cx:pt>
          <cx:pt idx="3972">51.31777454187489</cx:pt>
          <cx:pt idx="3973">60.344590106066647</cx:pt>
          <cx:pt idx="3974">55.135275578416326</cx:pt>
          <cx:pt idx="3975">45.199982419652883</cx:pt>
          <cx:pt idx="3976">27.227374627095653</cx:pt>
          <cx:pt idx="3977">19.73609745927055</cx:pt>
          <cx:pt idx="3978">28.76585062551721</cx:pt>
          <cx:pt idx="3979">53.073782574194382</cx:pt>
          <cx:pt idx="3980">46.874520010574273</cx:pt>
          <cx:pt idx="3981">44.393341295120116</cx:pt>
          <cx:pt idx="3982">37.06388274216836</cx:pt>
          <cx:pt idx="3983">34.43680664728339</cx:pt>
          <cx:pt idx="3984">31.680499056776945</cx:pt>
          <cx:pt idx="3985">38.056566255689859</cx:pt>
          <cx:pt idx="3986">45.769174222600796</cx:pt>
          <cx:pt idx="3987">49.721976257350278</cx:pt>
          <cx:pt idx="3988">40.718621201943257</cx:pt>
          <cx:pt idx="3989">44.631266001700233</cx:pt>
          <cx:pt idx="3990">57.588112899466211</cx:pt>
          <cx:pt idx="3991">58.635752158772192</cx:pt>
          <cx:pt idx="3992">52.380554576564684</cx:pt>
          <cx:pt idx="3993">53.077020530236361</cx:pt>
          <cx:pt idx="3994">61.351089522810035</cx:pt>
          <cx:pt idx="3995">63.355372611995371</cx:pt>
          <cx:pt idx="3996">57.902920937872338</cx:pt>
          <cx:pt idx="3997">46.034796075100786</cx:pt>
          <cx:pt idx="3998">55.994898122657524</cx:pt>
          <cx:pt idx="3999">61.913886214175221</cx:pt>
          <cx:pt idx="4000">55.461854938183876</cx:pt>
          <cx:pt idx="4001">50.32973843392589</cx:pt>
          <cx:pt idx="4002">56.289771565826044</cx:pt>
          <cx:pt idx="4003">47.067166052306064</cx:pt>
          <cx:pt idx="4004">61.277037474389829</cx:pt>
          <cx:pt idx="4005">39.586758888825429</cx:pt>
          <cx:pt idx="4006">65.837765176283739</cx:pt>
          <cx:pt idx="4007">44.067301599619029</cx:pt>
          <cx:pt idx="4008">41.696160619518423</cx:pt>
          <cx:pt idx="4009">40.225349144419113</cx:pt>
          <cx:pt idx="4010">55.218711597413794</cx:pt>
          <cx:pt idx="4011">55.177523111875374</cx:pt>
          <cx:pt idx="4012">49.81208104241491</cx:pt>
          <cx:pt idx="4013">57.711084337993981</cx:pt>
          <cx:pt idx="4014">47.42734445916129</cx:pt>
          <cx:pt idx="4015">45.636565007088876</cx:pt>
          <cx:pt idx="4016">44.84562525884305</cx:pt>
          <cx:pt idx="4017">37.138627597579934</cx:pt>
          <cx:pt idx="4018">53.24304466220336</cx:pt>
          <cx:pt idx="4019">65.339685144862742</cx:pt>
          <cx:pt idx="4020">34.422147342783397</cx:pt>
          <cx:pt idx="4021">59.495647290901445</cx:pt>
          <cx:pt idx="4022">46.769683457983739</cx:pt>
          <cx:pt idx="4023">44.41676403608524</cx:pt>
          <cx:pt idx="4024">62.369095626981483</cx:pt>
          <cx:pt idx="4025">52.692122912099755</cx:pt>
          <cx:pt idx="4026">52.256897821220633</cx:pt>
          <cx:pt idx="4027">57.336338921650096</cx:pt>
          <cx:pt idx="4028">51.998422666841975</cx:pt>
          <cx:pt idx="4029">54.660704528188525</cx:pt>
          <cx:pt idx="4030">57.799461211239866</cx:pt>
          <cx:pt idx="4031">50.446455873465517</cx:pt>
          <cx:pt idx="4032">47.839313273405253</cx:pt>
          <cx:pt idx="4033">78.836930852817716</cx:pt>
          <cx:pt idx="4034">53.686269247565214</cx:pt>
          <cx:pt idx="4035">41.725206704928823</cx:pt>
          <cx:pt idx="4036">54.052541278745259</cx:pt>
          <cx:pt idx="4037">52.07164194420087</cx:pt>
          <cx:pt idx="4038">58.236437316328178</cx:pt>
          <cx:pt idx="4039">52.756959671883081</cx:pt>
          <cx:pt idx="4040">65.916367160780624</cx:pt>
          <cx:pt idx="4041">81.061332775203354</cx:pt>
          <cx:pt idx="4042">40.157860345222574</cx:pt>
          <cx:pt idx="4043">48.683616264148213</cx:pt>
          <cx:pt idx="4044">44.303207816235961</cx:pt>
          <cx:pt idx="4045">37.29811758345015</cx:pt>
          <cx:pt idx="4046">48.951776812292714</cx:pt>
          <cx:pt idx="4047">51.800654276757889</cx:pt>
          <cx:pt idx="4048">34.46499758967061</cx:pt>
          <cx:pt idx="4049">49.349428885740807</cx:pt>
          <cx:pt idx="4050">37.060456770498192</cx:pt>
          <cx:pt idx="4051">52.234285269756654</cx:pt>
          <cx:pt idx="4052">49.314527030983228</cx:pt>
          <cx:pt idx="4053">48.001967924067017</cx:pt>
          <cx:pt idx="4054">36.16355168936763</cx:pt>
          <cx:pt idx="4055">50.03697121165284</cx:pt>
          <cx:pt idx="4056">48.7636892574277</cx:pt>
          <cx:pt idx="4057">54.969453487376477</cx:pt>
          <cx:pt idx="4058">34.946108211428566</cx:pt>
          <cx:pt idx="4059">51.335880797278563</cx:pt>
          <cx:pt idx="4060">63.060505586258245</cx:pt>
          <cx:pt idx="4061">52.55586368525104</cx:pt>
          <cx:pt idx="4062">59.849617213569843</cx:pt>
          <cx:pt idx="4063">50.81163093669246</cx:pt>
          <cx:pt idx="4064">47.919549243611108</cx:pt>
          <cx:pt idx="4065">37.251548921175321</cx:pt>
          <cx:pt idx="4066">50.921196178132568</cx:pt>
          <cx:pt idx="4067">41.266588715663566</cx:pt>
          <cx:pt idx="4068">55.041947108898263</cx:pt>
          <cx:pt idx="4069">51.64029519364496</cx:pt>
          <cx:pt idx="4070">68.723526968642759</cx:pt>
          <cx:pt idx="4071">47.757044142950079</cx:pt>
          <cx:pt idx="4072">62.834108576044386</cx:pt>
          <cx:pt idx="4073">43.450889660380028</cx:pt>
          <cx:pt idx="4074">60.354976178520303</cx:pt>
          <cx:pt idx="4075">51.169335934723939</cx:pt>
          <cx:pt idx="4076">46.329665258829642</cx:pt>
          <cx:pt idx="4077">42.754763145372081</cx:pt>
          <cx:pt idx="4078">29.921379637305638</cx:pt>
          <cx:pt idx="4079">43.485423612278694</cx:pt>
          <cx:pt idx="4080">51.211899739172651</cx:pt>
          <cx:pt idx="4081">70.898852761556981</cx:pt>
          <cx:pt idx="4082">41.431030808174043</cx:pt>
          <cx:pt idx="4083">51.292766575700767</cx:pt>
          <cx:pt idx="4084">45.862224540702513</cx:pt>
          <cx:pt idx="4085">46.767307765179261</cx:pt>
          <cx:pt idx="4086">42.564197362701613</cx:pt>
          <cx:pt idx="4087">56.648173433366175</cx:pt>
          <cx:pt idx="4088">38.785105148765417</cx:pt>
          <cx:pt idx="4089">65.434772851402613</cx:pt>
          <cx:pt idx="4090">53.942287939297429</cx:pt>
          <cx:pt idx="4091">44.470206984740265</cx:pt>
          <cx:pt idx="4092">47.415716909408616</cx:pt>
          <cx:pt idx="4093">37.523397326248293</cx:pt>
          <cx:pt idx="4094">43.087154583161521</cx:pt>
          <cx:pt idx="4095">41.508788368561738</cx:pt>
          <cx:pt idx="4096">49.806180785864733</cx:pt>
          <cx:pt idx="4097">51.075608650264606</cx:pt>
          <cx:pt idx="4098">53.422342883772195</cx:pt>
          <cx:pt idx="4099">47.413646577394296</cx:pt>
          <cx:pt idx="4100">35.281263672967604</cx:pt>
          <cx:pt idx="4101">46.831934296680764</cx:pt>
          <cx:pt idx="4102">38.648096530924377</cx:pt>
          <cx:pt idx="4103">43.85687272573135</cx:pt>
          <cx:pt idx="4104">52.803730813166204</cx:pt>
          <cx:pt idx="4105">51.441065744231366</cx:pt>
          <cx:pt idx="4106">34.875205691694717</cx:pt>
          <cx:pt idx="4107">37.776807499504876</cx:pt>
          <cx:pt idx="4108">51.004916224001043</cx:pt>
          <cx:pt idx="4109">58.59779977061708</cx:pt>
          <cx:pt idx="4110">42.845922411249703</cx:pt>
          <cx:pt idx="4111">63.490098793163625</cx:pt>
          <cx:pt idx="4112">53.900162378759866</cx:pt>
          <cx:pt idx="4113">45.122789251170232</cx:pt>
          <cx:pt idx="4114">46.02780624488895</cx:pt>
          <cx:pt idx="4115">41.244458335136201</cx:pt>
          <cx:pt idx="4116">58.507203651928236</cx:pt>
          <cx:pt idx="4117">52.602971917755376</cx:pt>
          <cx:pt idx="4118">58.6946260724784</cx:pt>
          <cx:pt idx="4119">51.26379191737</cx:pt>
          <cx:pt idx="4120">50.810030974368154</cx:pt>
          <cx:pt idx="4121">55.508331058194742</cx:pt>
          <cx:pt idx="4122">39.096919976677633</cx:pt>
          <cx:pt idx="4123">71.446626340074829</cx:pt>
          <cx:pt idx="4124">41.618748785185154</cx:pt>
          <cx:pt idx="4125">29.208917616612613</cx:pt>
          <cx:pt idx="4126">42.761142759836908</cx:pt>
          <cx:pt idx="4127">54.467818291242551</cx:pt>
          <cx:pt idx="4128">51.251311990908583</cx:pt>
          <cx:pt idx="4129">34.580380926104304</cx:pt>
          <cx:pt idx="4130">54.596073072705167</cx:pt>
          <cx:pt idx="4131">47.747166133447273</cx:pt>
          <cx:pt idx="4132">49.306406040366824</cx:pt>
          <cx:pt idx="4133">32.417542025370196</cx:pt>
          <cx:pt idx="4134">54.285837500436628</cx:pt>
          <cx:pt idx="4135">36.562051669175773</cx:pt>
          <cx:pt idx="4136">65.511006990523029</cx:pt>
          <cx:pt idx="4137">35.768394658783485</cx:pt>
          <cx:pt idx="4138">44.810786742274914</cx:pt>
          <cx:pt idx="4139">53.416223155616571</cx:pt>
          <cx:pt idx="4140">48.96911474118123</cx:pt>
          <cx:pt idx="4141">57.414425502095</cx:pt>
          <cx:pt idx="4142">62.582850661998464</cx:pt>
          <cx:pt idx="4143">61.268129231928441</cx:pt>
          <cx:pt idx="4144">55.618595127982218</cx:pt>
          <cx:pt idx="4145">50.314907862282844</cx:pt>
          <cx:pt idx="4146">58.379630519436731</cx:pt>
          <cx:pt idx="4147">44.154822978474179</cx:pt>
          <cx:pt idx="4148">54.911728633389657</cx:pt>
          <cx:pt idx="4149">41.3652769709499</cx:pt>
          <cx:pt idx="4150">46.746342834494435</cx:pt>
          <cx:pt idx="4151">59.82260170097306</cx:pt>
          <cx:pt idx="4152">53.201872216885754</cx:pt>
          <cx:pt idx="4153">54.24438892884146</cx:pt>
          <cx:pt idx="4154">52.403946229129943</cx:pt>
          <cx:pt idx="4155">59.105134902041563</cx:pt>
          <cx:pt idx="4156">34.937051887804273</cx:pt>
          <cx:pt idx="4157">50.557502939482411</cx:pt>
          <cx:pt idx="4158">22.92938683342037</cx:pt>
          <cx:pt idx="4159">50.052478229493332</cx:pt>
          <cx:pt idx="4160">40.841592356518653</cx:pt>
          <cx:pt idx="4161">42.991148015645159</cx:pt>
          <cx:pt idx="4162">39.02577679375451</cx:pt>
          <cx:pt idx="4163">40.840140284251149</cx:pt>
          <cx:pt idx="4164">46.437559118642277</cx:pt>
          <cx:pt idx="4165">41.762935846463201</cx:pt>
          <cx:pt idx="4166">56.788966781095652</cx:pt>
          <cx:pt idx="4167">48.203673611779458</cx:pt>
          <cx:pt idx="4168">57.613559851845459</cx:pt>
          <cx:pt idx="4169">46.494345234831485</cx:pt>
          <cx:pt idx="4170">46.996127760123045</cx:pt>
          <cx:pt idx="4171">49.868489801155022</cx:pt>
          <cx:pt idx="4172">39.076682908017688</cx:pt>
          <cx:pt idx="4173">54.201921170916627</cx:pt>
          <cx:pt idx="4174">72.140346769889874</cx:pt>
          <cx:pt idx="4175">68.413466193387535</cx:pt>
          <cx:pt idx="4176">61.36814690525609</cx:pt>
          <cx:pt idx="4177">55.175665536264454</cx:pt>
          <cx:pt idx="4178">42.985871443218684</cx:pt>
          <cx:pt idx="4179">60.905467426608439</cx:pt>
          <cx:pt idx="4180">61.821216190661644</cx:pt>
          <cx:pt idx="4181">58.364590159647669</cx:pt>
          <cx:pt idx="4182">54.060545965570803</cx:pt>
          <cx:pt idx="4183">49.438209826349159</cx:pt>
          <cx:pt idx="4184">39.631046018609695</cx:pt>
          <cx:pt idx="4185">69.250133821105095</cx:pt>
          <cx:pt idx="4186">46.162171026780619</cx:pt>
          <cx:pt idx="4187">32.013010039304845</cx:pt>
          <cx:pt idx="4188">50.344116824876686</cx:pt>
          <cx:pt idx="4189">50.988461711092953</cx:pt>
          <cx:pt idx="4190">50.355711721258267</cx:pt>
          <cx:pt idx="4191">60.405618981855227</cx:pt>
          <cx:pt idx="4192">58.817513308679409</cx:pt>
          <cx:pt idx="4193">52.343630534655873</cx:pt>
          <cx:pt idx="4194">51.471857624673525</cx:pt>
          <cx:pt idx="4195">63.293316376809699</cx:pt>
          <cx:pt idx="4196">55.843792702888109</cx:pt>
          <cx:pt idx="4197">45.248766286505045</cx:pt>
          <cx:pt idx="4198">52.633438197049678</cx:pt>
          <cx:pt idx="4199">75.053161678240158</cx:pt>
          <cx:pt idx="4200">47.85150868654204</cx:pt>
          <cx:pt idx="4201">49.743630535323874</cx:pt>
          <cx:pt idx="4202">54.06427621995492</cx:pt>
          <cx:pt idx="4203">56.091138654661336</cx:pt>
          <cx:pt idx="4204">60.249912610369236</cx:pt>
          <cx:pt idx="4205">76.121338152449567</cx:pt>
          <cx:pt idx="4206">51.792137961285853</cx:pt>
          <cx:pt idx="4207">44.529026647594812</cx:pt>
          <cx:pt idx="4208">26.12787408271117</cx:pt>
          <cx:pt idx="4209">43.416699173211185</cx:pt>
          <cx:pt idx="4210">43.715160277257745</cx:pt>
          <cx:pt idx="4211">24.281955211452587</cx:pt>
          <cx:pt idx="4212">44.479741994356047</cx:pt>
          <cx:pt idx="4213">51.887531788926246</cx:pt>
          <cx:pt idx="4214">66.166570620728265</cx:pt>
          <cx:pt idx="4215">45.324178773591534</cx:pt>
          <cx:pt idx="4216">33.91566497865405</cx:pt>
          <cx:pt idx="4217">52.765498059233458</cx:pt>
          <cx:pt idx="4218">49.922414090565042</cx:pt>
          <cx:pt idx="4219">43.321702558185535</cx:pt>
          <cx:pt idx="4220">48.839566925415376</cx:pt>
          <cx:pt idx="4221">51.908439772842861</cx:pt>
          <cx:pt idx="4222">55.096117083120696</cx:pt>
          <cx:pt idx="4223">48.277370975134907</cx:pt>
          <cx:pt idx="4224">59.018872492199094</cx:pt>
          <cx:pt idx="4225">46.53173488346529</cx:pt>
          <cx:pt idx="4226">38.920692752565763</cx:pt>
          <cx:pt idx="4227">57.190567104478866</cx:pt>
          <cx:pt idx="4228">51.096680621981498</cx:pt>
          <cx:pt idx="4229">48.805907100023525</cx:pt>
          <cx:pt idx="4230">57.789303396435173</cx:pt>
          <cx:pt idx="4231">42.269338599368773</cx:pt>
          <cx:pt idx="4232">60.45178375960154</cx:pt>
          <cx:pt idx="4233">55.229521795006171</cx:pt>
          <cx:pt idx="4234">42.777839431522068</cx:pt>
          <cx:pt idx="4235">40.179948184289586</cx:pt>
          <cx:pt idx="4236">62.619730299654982</cx:pt>
          <cx:pt idx="4237">59.261961990900147</cx:pt>
          <cx:pt idx="4238">57.853651230163315</cx:pt>
          <cx:pt idx="4239">57.678585806296624</cx:pt>
          <cx:pt idx="4240">58.188071856753403</cx:pt>
          <cx:pt idx="4241">49.897312219823</cx:pt>
          <cx:pt idx="4242">44.927244339283916</cx:pt>
          <cx:pt idx="4243">50.124877309557561</cx:pt>
          <cx:pt idx="4244">38.246511275368533</cx:pt>
          <cx:pt idx="4245">61.901034600662413</cx:pt>
          <cx:pt idx="4246">40.522562195523705</cx:pt>
          <cx:pt idx="4247">57.175439278932792</cx:pt>
          <cx:pt idx="4248">47.378395102324312</cx:pt>
          <cx:pt idx="4249">52.339722038718456</cx:pt>
          <cx:pt idx="4250">65.983088100465409</cx:pt>
          <cx:pt idx="4251">46.300007269206887</cx:pt>
          <cx:pt idx="4252">49.644101856292963</cx:pt>
          <cx:pt idx="4253">43.995135073004349</cx:pt>
          <cx:pt idx="4254">51.144587527098672</cx:pt>
          <cx:pt idx="4255">57.489692665086743</cx:pt>
          <cx:pt idx="4256">49.885563410781216</cx:pt>
          <cx:pt idx="4257">48.952092145920929</cx:pt>
          <cx:pt idx="4258">33.866142692962981</cx:pt>
          <cx:pt idx="4259">48.492635024829376</cx:pt>
          <cx:pt idx="4260">44.892929880843255</cx:pt>
          <cx:pt idx="4261">60.901357186016639</cx:pt>
          <cx:pt idx="4262">46.419525190239639</cx:pt>
          <cx:pt idx="4263">56.040388115462981</cx:pt>
          <cx:pt idx="4264">44.624316354832821</cx:pt>
          <cx:pt idx="4265">52.203792833550338</cx:pt>
          <cx:pt idx="4266">47.491306954961949</cx:pt>
          <cx:pt idx="4267">53.750245284625969</cx:pt>
          <cx:pt idx="4268">50.206195145249339</cx:pt>
          <cx:pt idx="4269">48.290914207504976</cx:pt>
          <cx:pt idx="4270">49.994022915715028</cx:pt>
          <cx:pt idx="4271">46.085512212239472</cx:pt>
          <cx:pt idx="4272">68.127085075972303</cx:pt>
          <cx:pt idx="4273">48.094403228590615</cx:pt>
          <cx:pt idx="4274">66.482166949163229</cx:pt>
          <cx:pt idx="4275">43.624023866513149</cx:pt>
          <cx:pt idx="4276">51.121123706159594</cx:pt>
          <cx:pt idx="4277">41.949195654032401</cx:pt>
          <cx:pt idx="4278">47.152476506729897</cx:pt>
          <cx:pt idx="4279">54.54752733297147</cx:pt>
          <cx:pt idx="4280">48.092496489741613</cx:pt>
          <cx:pt idx="4281">52.66187177489585</cx:pt>
          <cx:pt idx="4282">46.647053769124859</cx:pt>
          <cx:pt idx="4283">58.974573065752736</cx:pt>
          <cx:pt idx="4284">55.885365642009091</cx:pt>
          <cx:pt idx="4285">47.246145271520703</cx:pt>
          <cx:pt idx="4286">44.911117815358082</cx:pt>
          <cx:pt idx="4287">58.082494202980527</cx:pt>
          <cx:pt idx="4288">54.287720521808374</cx:pt>
          <cx:pt idx="4289">48.359029513294281</cx:pt>
          <cx:pt idx="4290">58.172843621702413</cx:pt>
          <cx:pt idx="4291">45.357675418312901</cx:pt>
          <cx:pt idx="4292">52.200938971032677</cx:pt>
          <cx:pt idx="4293">40.173445407562198</cx:pt>
          <cx:pt idx="4294">34.474008360687392</cx:pt>
          <cx:pt idx="4295">55.824211830767176</cx:pt>
          <cx:pt idx="4296">45.712469435703184</cx:pt>
          <cx:pt idx="4297">53.690998941500524</cx:pt>
          <cx:pt idx="4298">70.191165977878143</cx:pt>
          <cx:pt idx="4299">65.944939810065733</cx:pt>
          <cx:pt idx="4300">61.181904992355072</cx:pt>
          <cx:pt idx="4301">58.641565666627258</cx:pt>
          <cx:pt idx="4302">54.081757005062606</cx:pt>
          <cx:pt idx="4303">53.255256579446382</cx:pt>
          <cx:pt idx="4304">54.452906877149978</cx:pt>
          <cx:pt idx="4305">53.652281394705604</cx:pt>
          <cx:pt idx="4306">43.884573777976442</cx:pt>
          <cx:pt idx="4307">58.944233559068209</cx:pt>
          <cx:pt idx="4308">43.259897919407344</cx:pt>
          <cx:pt idx="4309">60.39481160697936</cx:pt>
          <cx:pt idx="4310">42.097082295719503</cx:pt>
          <cx:pt idx="4311">51.340784061026106</cx:pt>
          <cx:pt idx="4312">68.639183881431066</cx:pt>
          <cx:pt idx="4313">58.349765782817592</cx:pt>
          <cx:pt idx="4314">30.618934851700004</cx:pt>
          <cx:pt idx="4315">72.159605237189112</cx:pt>
          <cx:pt idx="4316">57.375091626569642</cx:pt>
          <cx:pt idx="4317">67.600030905719223</cx:pt>
          <cx:pt idx="4318">48.120584073551434</cx:pt>
          <cx:pt idx="4319">68.336827647816847</cx:pt>
          <cx:pt idx="4320">32.822100456003739</cx:pt>
          <cx:pt idx="4321">47.474273223871769</cx:pt>
          <cx:pt idx="4322">60.754012480163297</cx:pt>
          <cx:pt idx="4323">42.114157011733226</cx:pt>
          <cx:pt idx="4324">66.852535184052584</cx:pt>
          <cx:pt idx="4325">49.141676927539528</cx:pt>
          <cx:pt idx="4326">48.465264449330121</cx:pt>
          <cx:pt idx="4327">60.33629641649393</cx:pt>
          <cx:pt idx="4328">29.999459262137776</cx:pt>
          <cx:pt idx="4329">30.943642832963608</cx:pt>
          <cx:pt idx="4330">54.411217636000821</cx:pt>
          <cx:pt idx="4331">53.970532309450704</cx:pt>
          <cx:pt idx="4332">53.349315414722355</cx:pt>
          <cx:pt idx="4333">52.928473155038589</cx:pt>
          <cx:pt idx="4334">52.977952711643383</cx:pt>
          <cx:pt idx="4335">55.532982067481491</cx:pt>
          <cx:pt idx="4336">27.992117084797748</cx:pt>
          <cx:pt idx="4337">63.225746675755431</cx:pt>
          <cx:pt idx="4338">40.92792707837657</cx:pt>
          <cx:pt idx="4339">42.504848595407672</cx:pt>
          <cx:pt idx="4340">50.614735290072616</cx:pt>
          <cx:pt idx="4341">61.603481634768073</cx:pt>
          <cx:pt idx="4342">44.400667335278989</cx:pt>
          <cx:pt idx="4343">52.032876354453037</cx:pt>
          <cx:pt idx="4344">40.500215594492815</cx:pt>
          <cx:pt idx="4345">50.245407983145874</cx:pt>
          <cx:pt idx="4346">60.828063608470323</cx:pt>
          <cx:pt idx="4347">56.781274075370447</cx:pt>
          <cx:pt idx="4348">61.910521319101115</cx:pt>
          <cx:pt idx="4349">61.2883134742453</cx:pt>
          <cx:pt idx="4350">64.78641990307996</cx:pt>
          <cx:pt idx="4351">59.73285300913146</cx:pt>
          <cx:pt idx="4352">54.463006163081836</cx:pt>
          <cx:pt idx="4353">53.743027420435695</cx:pt>
          <cx:pt idx="4354">45.297078473129766</cx:pt>
          <cx:pt idx="4355">40.63405640182944</cx:pt>
          <cx:pt idx="4356">52.912121650463632</cx:pt>
          <cx:pt idx="4357">38.012769028785257</cx:pt>
          <cx:pt idx="4358">58.476643056221278</cx:pt>
          <cx:pt idx="4359">59.234194041854963</cx:pt>
          <cx:pt idx="4360">62.060709449541349</cx:pt>
          <cx:pt idx="4361">61.875946645917374</cx:pt>
          <cx:pt idx="4362">56.356960822124243</cx:pt>
          <cx:pt idx="4363">52.212096146734645</cx:pt>
          <cx:pt idx="4364">58.465833645062276</cx:pt>
          <cx:pt idx="4365">49.202290535944165</cx:pt>
          <cx:pt idx="4366">50.33325808570747</cx:pt>
          <cx:pt idx="4367">37.963691927869448</cx:pt>
          <cx:pt idx="4368">58.389596199819991</cx:pt>
          <cx:pt idx="4369">63.302158996306062</cx:pt>
          <cx:pt idx="4370">61.501517116343187</cx:pt>
          <cx:pt idx="4371">49.994582965607506</cx:pt>
          <cx:pt idx="4372">57.745366259712675</cx:pt>
          <cx:pt idx="4373">43.441810991609842</cx:pt>
          <cx:pt idx="4374">45.639188788718791</cx:pt>
          <cx:pt idx="4375">67.14702487868729</cx:pt>
          <cx:pt idx="4376">42.691989031963587</cx:pt>
          <cx:pt idx="4377">47.80292101758797</cx:pt>
          <cx:pt idx="4378">31.127368312184231</cx:pt>
          <cx:pt idx="4379">44.11280012602257</cx:pt>
          <cx:pt idx="4380">68.230119305200176</cx:pt>
          <cx:pt idx="4381">41.792292083189245</cx:pt>
          <cx:pt idx="4382">57.37756670035251</cx:pt>
          <cx:pt idx="4383">40.500844152090053</cx:pt>
          <cx:pt idx="4384">38.098471243037082</cx:pt>
          <cx:pt idx="4385">54.176548608316438</cx:pt>
          <cx:pt idx="4386">64.021074287334045</cx:pt>
          <cx:pt idx="4387">47.125970599538689</cx:pt>
          <cx:pt idx="4388">70.475101916939309</cx:pt>
          <cx:pt idx="4389">50.60889548573563</cx:pt>
          <cx:pt idx="4390">59.192222414808839</cx:pt>
          <cx:pt idx="4391">54.944746696055198</cx:pt>
          <cx:pt idx="4392">58.029582963657774</cx:pt>
          <cx:pt idx="4393">53.773726351140098</cx:pt>
          <cx:pt idx="4394">59.463689559848433</cx:pt>
          <cx:pt idx="4395">59.580177624415612</cx:pt>
          <cx:pt idx="4396">60.69912545891976</cx:pt>
          <cx:pt idx="4397">54.87723463188761</cx:pt>
          <cx:pt idx="4398">65.329137066725806</cx:pt>
          <cx:pt idx="4399">34.622306520624853</cx:pt>
          <cx:pt idx="4400">50.184800883216006</cx:pt>
          <cx:pt idx="4401">62.534857642985173</cx:pt>
          <cx:pt idx="4402">53.995252049471887</cx:pt>
          <cx:pt idx="4403">60.025043088990529</cx:pt>
          <cx:pt idx="4404">41.0236052136691</cx:pt>
          <cx:pt idx="4405">39.285493537739534</cx:pt>
          <cx:pt idx="4406">57.495757487415169</cx:pt>
          <cx:pt idx="4407">52.349010300597605</cx:pt>
          <cx:pt idx="4408">50.426556175375694</cx:pt>
          <cx:pt idx="4409">59.64297518901526</cx:pt>
          <cx:pt idx="4410">34.728053019374428</cx:pt>
          <cx:pt idx="4411">58.896884755552129</cx:pt>
          <cx:pt idx="4412">52.226898708538776</cx:pt>
          <cx:pt idx="4413">39.278837362071073</cx:pt>
          <cx:pt idx="4414">42.07206929591927</cx:pt>
          <cx:pt idx="4415">34.437095112468555</cx:pt>
          <cx:pt idx="4416">45.428156374866724</cx:pt>
          <cx:pt idx="4417">48.980525429657177</cx:pt>
          <cx:pt idx="4418">54.975072418209223</cx:pt>
          <cx:pt idx="4419">58.894784495445791</cx:pt>
          <cx:pt idx="4420">51.558854341727091</cx:pt>
          <cx:pt idx="4421">66.872746069645032</cx:pt>
          <cx:pt idx="4422">42.549898329518513</cx:pt>
          <cx:pt idx="4423">46.553908965480957</cx:pt>
          <cx:pt idx="4424">41.753527073669318</cx:pt>
          <cx:pt idx="4425">43.314556202252973</cx:pt>
          <cx:pt idx="4426">41.311026712986695</cx:pt>
          <cx:pt idx="4427">33.554554508446806</cx:pt>
          <cx:pt idx="4428">54.643182124587895</cx:pt>
          <cx:pt idx="4429">38.434579485213149</cx:pt>
          <cx:pt idx="4430">60.272454509534271</cx:pt>
          <cx:pt idx="4431">56.021964823518672</cx:pt>
          <cx:pt idx="4432">40.917277850062789</cx:pt>
          <cx:pt idx="4433">63.312098000276336</cx:pt>
          <cx:pt idx="4434">45.872950425829046</cx:pt>
          <cx:pt idx="4435">53.702744629794672</cx:pt>
          <cx:pt idx="4436">44.237160274062646</cx:pt>
          <cx:pt idx="4437">47.621290099200621</cx:pt>
          <cx:pt idx="4438">36.657527360566021</cx:pt>
          <cx:pt idx="4439">54.1121982798199</cx:pt>
          <cx:pt idx="4440">39.309201455106376</cx:pt>
          <cx:pt idx="4441">42.451520717855573</cx:pt>
          <cx:pt idx="4442">43.782212325564821</cx:pt>
          <cx:pt idx="4443">53.387796789021777</cx:pt>
          <cx:pt idx="4444">66.921947135144478</cx:pt>
          <cx:pt idx="4445">48.844388556809427</cx:pt>
          <cx:pt idx="4446">51.994810573936199</cx:pt>
          <cx:pt idx="4447">38.889471185389453</cx:pt>
          <cx:pt idx="4448">33.465064758400899</cx:pt>
          <cx:pt idx="4449">43.226504981898579</cx:pt>
          <cx:pt idx="4450">53.102939464633685</cx:pt>
          <cx:pt idx="4451">70.447514483073292</cx:pt>
          <cx:pt idx="4452">39.057331721026515</cx:pt>
          <cx:pt idx="4453">55.157071237999169</cx:pt>
          <cx:pt idx="4454">37.99385592106276</cx:pt>
          <cx:pt idx="4455">55.396743478979715</cx:pt>
          <cx:pt idx="4456">61.340191109079612</cx:pt>
          <cx:pt idx="4457">40.81358186709231</cx:pt>
          <cx:pt idx="4458">47.991317734125118</cx:pt>
          <cx:pt idx="4459">50.948955895607298</cx:pt>
          <cx:pt idx="4460">54.507991258078441</cx:pt>
          <cx:pt idx="4461">57.419041266002168</cx:pt>
          <cx:pt idx="4462">56.286012257598401</cx:pt>
          <cx:pt idx="4463">45.380519955539299</cx:pt>
          <cx:pt idx="4464">46.633255162450823</cx:pt>
          <cx:pt idx="4465">35.053536323609386</cx:pt>
          <cx:pt idx="4466">49.299125182335722</cx:pt>
          <cx:pt idx="4467">51.760449825547497</cx:pt>
          <cx:pt idx="4468">57.766935576459694</cx:pt>
          <cx:pt idx="4469">49.973593608545563</cx:pt>
          <cx:pt idx="4470">52.211068019763374</cx:pt>
          <cx:pt idx="4471">68.660373737062628</cx:pt>
          <cx:pt idx="4472">58.919282464991305</cx:pt>
          <cx:pt idx="4473">52.18722405636948</cx:pt>
          <cx:pt idx="4474">63.678937103129002</cx:pt>
          <cx:pt idx="4475">31.095569832671227</cx:pt>
          <cx:pt idx="4476">49.953491301157534</cx:pt>
          <cx:pt idx="4477">51.401037634613303</cx:pt>
          <cx:pt idx="4478">52.078951922642126</cx:pt>
          <cx:pt idx="4479">45.214686616827507</cx:pt>
          <cx:pt idx="4480">51.121689241270722</cx:pt>
          <cx:pt idx="4481">40.720581863912017</cx:pt>
          <cx:pt idx="4482">47.254578790808942</cx:pt>
          <cx:pt idx="4483">52.589785580664611</cx:pt>
          <cx:pt idx="4484">55.189015814943254</cx:pt>
          <cx:pt idx="4485">50.309547871622655</cx:pt>
          <cx:pt idx="4486">46.770088600479504</cx:pt>
          <cx:pt idx="4487">72.410033923604573</cx:pt>
          <cx:pt idx="4488">44.342221262361619</cx:pt>
          <cx:pt idx="4489">40.672238067736217</cx:pt>
          <cx:pt idx="4490">61.326683844549002</cx:pt>
          <cx:pt idx="4491">50.394088845132231</cx:pt>
          <cx:pt idx="4492">58.310051043907571</cx:pt>
          <cx:pt idx="4493">63.262138428306997</cx:pt>
          <cx:pt idx="4494">39.962390289297659</cx:pt>
          <cx:pt idx="4495">72.365159016547679</cx:pt>
          <cx:pt idx="4496">42.542178977889087</cx:pt>
          <cx:pt idx="4497">58.971708029567566</cx:pt>
          <cx:pt idx="4498">44.72647919400309</cx:pt>
          <cx:pt idx="4499">39.562074552548857</cx:pt>
          <cx:pt idx="4500">46.612979859024435</cx:pt>
          <cx:pt idx="4501">39.903331167658784</cx:pt>
          <cx:pt idx="4502">58.565709585836153</cx:pt>
          <cx:pt idx="4503">35.091634824209123</cx:pt>
          <cx:pt idx="4504">46.706881023466266</cx:pt>
          <cx:pt idx="4505">55.995999559195354</cx:pt>
          <cx:pt idx="4506">49.412533278335196</cx:pt>
          <cx:pt idx="4507">41.685799321824277</cx:pt>
          <cx:pt idx="4508">39.160111000734091</cx:pt>
          <cx:pt idx="4509">44.109974690448531</cx:pt>
          <cx:pt idx="4510">71.439622779134396</cx:pt>
          <cx:pt idx="4511">54.753285559469525</cx:pt>
          <cx:pt idx="4512">51.240508551159465</cx:pt>
          <cx:pt idx="4513">35.657764399495505</cx:pt>
          <cx:pt idx="4514">49.45618304564568</cx:pt>
          <cx:pt idx="4515">46.322645536258626</cx:pt>
          <cx:pt idx="4516">51.562033107888865</cx:pt>
          <cx:pt idx="4517">25.003650232753508</cx:pt>
          <cx:pt idx="4518">70.875230416942955</cx:pt>
          <cx:pt idx="4519">47.061062495053285</cx:pt>
          <cx:pt idx="4520">41.68829115037444</cx:pt>
          <cx:pt idx="4521">57.963276171784429</cx:pt>
          <cx:pt idx="4522">63.953923540710349</cx:pt>
          <cx:pt idx="4523">31.794459096512394</cx:pt>
          <cx:pt idx="4524">14.630611262077593</cx:pt>
          <cx:pt idx="4525">48.012137658097934</cx:pt>
          <cx:pt idx="4526">43.48654982841623</cx:pt>
          <cx:pt idx="4527">52.755749544335032</cx:pt>
          <cx:pt idx="4528">49.599058921768503</cx:pt>
          <cx:pt idx="4529">53.231116941968487</cx:pt>
          <cx:pt idx="4530">51.860159722524166</cx:pt>
          <cx:pt idx="4531">25.26643502463866</cx:pt>
          <cx:pt idx="4532">50.714915001509766</cx:pt>
          <cx:pt idx="4533">43.369567047109634</cx:pt>
          <cx:pt idx="4534">38.042173869469565</cx:pt>
          <cx:pt idx="4535">37.381581878195981</cx:pt>
          <cx:pt idx="4536">36.462745364342616</cx:pt>
          <cx:pt idx="4537">45.483083415979657</cx:pt>
          <cx:pt idx="4538">45.69233910575111</cx:pt>
          <cx:pt idx="4539">65.638023966910296</cx:pt>
          <cx:pt idx="4540">45.604203539161929</cx:pt>
          <cx:pt idx="4541">48.559716807476917</cx:pt>
          <cx:pt idx="4542">29.455651566244178</cx:pt>
          <cx:pt idx="4543">44.009453634594948</cx:pt>
          <cx:pt idx="4544">45.727514420348456</cx:pt>
          <cx:pt idx="4545">39.08575425705034</cx:pt>
          <cx:pt idx="4546">41.768613480019255</cx:pt>
          <cx:pt idx="4547">53.588681634577512</cx:pt>
          <cx:pt idx="4548">34.551396172308777</cx:pt>
          <cx:pt idx="4549">68.163438795967124</cx:pt>
          <cx:pt idx="4550">40.98847979692615</cx:pt>
          <cx:pt idx="4551">51.844687587251819</cx:pt>
          <cx:pt idx="4552">38.561080360101428</cx:pt>
          <cx:pt idx="4553">63.069701317735948</cx:pt>
          <cx:pt idx="4554">40.233973391716731</cx:pt>
          <cx:pt idx="4555">55.528437110438816</cx:pt>
          <cx:pt idx="4556">56.109467174142601</cx:pt>
          <cx:pt idx="4557">53.472834427311646</cx:pt>
          <cx:pt idx="4558">45.011406255258628</cx:pt>
          <cx:pt idx="4559">55.937767343478271</cx:pt>
          <cx:pt idx="4560">53.884055913260696</cx:pt>
          <cx:pt idx="4561">58.109495922215935</cx:pt>
          <cx:pt idx="4562">65.961821884857216</cx:pt>
          <cx:pt idx="4563">50.985145553677455</cx:pt>
          <cx:pt idx="4564">58.424955940160473</cx:pt>
          <cx:pt idx="4565">47.318249718535242</cx:pt>
          <cx:pt idx="4566">60.071873069489875</cx:pt>
          <cx:pt idx="4567">54.357775137761962</cx:pt>
          <cx:pt idx="4568">54.801014327497903</cx:pt>
          <cx:pt idx="4569">75.41608255956163</cx:pt>
          <cx:pt idx="4570">49.932710089923866</cx:pt>
          <cx:pt idx="4571">44.414878665948358</cx:pt>
          <cx:pt idx="4572">48.352003450720595</cx:pt>
          <cx:pt idx="4573">35.887982827229344</cx:pt>
          <cx:pt idx="4574">59.302475895219658</cx:pt>
          <cx:pt idx="4575">40.119868482820962</cx:pt>
          <cx:pt idx="4576">46.41300455040448</cx:pt>
          <cx:pt idx="4577">41.604350554338758</cx:pt>
          <cx:pt idx="4578">68.729379065515886</cx:pt>
          <cx:pt idx="4579">76.621132929844379</cx:pt>
          <cx:pt idx="4580">50.658781161215074</cx:pt>
          <cx:pt idx="4581">53.453707917338349</cx:pt>
          <cx:pt idx="4582">68.965776721802044</cx:pt>
          <cx:pt idx="4583">53.046797452095376</cx:pt>
          <cx:pt idx="4584">43.196280452504922</cx:pt>
          <cx:pt idx="4585">55.108767411843047</cx:pt>
          <cx:pt idx="4586">48.001157147452432</cx:pt>
          <cx:pt idx="4587">61.318878859416316</cx:pt>
          <cx:pt idx="4588">43.137089665977598</cx:pt>
          <cx:pt idx="4589">39.839207229853209</cx:pt>
          <cx:pt idx="4590">46.028613066011459</cx:pt>
          <cx:pt idx="4591">56.763780742372532</cx:pt>
          <cx:pt idx="4592">68.224846171165808</cx:pt>
          <cx:pt idx="4593">52.042804456430183</cx:pt>
          <cx:pt idx="4594">43.083364075309632</cx:pt>
          <cx:pt idx="4595">52.992482611477094</cx:pt>
          <cx:pt idx="4596">49.975874451059106</cx:pt>
          <cx:pt idx="4597">54.947616549665938</cx:pt>
          <cx:pt idx="4598">56.188924143189119</cx:pt>
          <cx:pt idx="4599">49.894122429098339</cx:pt>
          <cx:pt idx="4600">51.411737613973493</cx:pt>
          <cx:pt idx="4601">44.409558726947466</cx:pt>
          <cx:pt idx="4602">54.57249240719058</cx:pt>
          <cx:pt idx="4603">42.03416658677925</cx:pt>
          <cx:pt idx="4604">76.743558444481977</cx:pt>
          <cx:pt idx="4605">40.808411990105796</cx:pt>
          <cx:pt idx="4606">46.367242552166772</cx:pt>
          <cx:pt idx="4607">48.237816236791254</cx:pt>
          <cx:pt idx="4608">43.129929622585131</cx:pt>
          <cx:pt idx="4609">32.995999774994942</cx:pt>
          <cx:pt idx="4610">71.046830459464502</cx:pt>
          <cx:pt idx="4611">53.910275509770429</cx:pt>
          <cx:pt idx="4612">62.523167024352446</cx:pt>
          <cx:pt idx="4613">49.517288364461336</cx:pt>
          <cx:pt idx="4614">43.452172772065126</cx:pt>
          <cx:pt idx="4615">64.717983262157276</cx:pt>
          <cx:pt idx="4616">52.569689437531395</cx:pt>
          <cx:pt idx="4617">60.056232233876806</cx:pt>
          <cx:pt idx="4618">59.244799640160409</cx:pt>
          <cx:pt idx="4619">54.172918381968401</cx:pt>
          <cx:pt idx="4620">57.880283012482892</cx:pt>
          <cx:pt idx="4621">53.160248784248509</cx:pt>
          <cx:pt idx="4622">57.777615943774492</cx:pt>
          <cx:pt idx="4623">58.146979912758169</cx:pt>
          <cx:pt idx="4624">47.165981140181792</cx:pt>
          <cx:pt idx="4625">39.349482293873358</cx:pt>
          <cx:pt idx="4626">40.248169034092619</cx:pt>
          <cx:pt idx="4627">34.309849901330097</cx:pt>
          <cx:pt idx="4628">35.991685789800314</cx:pt>
          <cx:pt idx="4629">73.435957120592064</cx:pt>
          <cx:pt idx="4630">46.36304056563722</cx:pt>
          <cx:pt idx="4631">48.563985207867162</cx:pt>
          <cx:pt idx="4632">56.715230971394135</cx:pt>
          <cx:pt idx="4633">46.31203903821433</cx:pt>
          <cx:pt idx="4634">26.868131885612993</cx:pt>
          <cx:pt idx="4635">51.189588830117096</cx:pt>
          <cx:pt idx="4636">49.455006231623685</cx:pt>
          <cx:pt idx="4637">45.372253097392388</cx:pt>
          <cx:pt idx="4638">56.711792155573875</cx:pt>
          <cx:pt idx="4639">48.813484400921205</cx:pt>
          <cx:pt idx="4640">49.142896691353805</cx:pt>
          <cx:pt idx="4641">47.14271343513547</cx:pt>
          <cx:pt idx="4642">51.194200160303652</cx:pt>
          <cx:pt idx="4643">47.347147975205459</cx:pt>
          <cx:pt idx="4644">55.747717557125441</cx:pt>
          <cx:pt idx="4645">52.883414971339789</cx:pt>
          <cx:pt idx="4646">57.91220873109922</cx:pt>
          <cx:pt idx="4647">27.5239530852717</cx:pt>
          <cx:pt idx="4648">41.792094952003893</cx:pt>
          <cx:pt idx="4649">48.549410478184832</cx:pt>
          <cx:pt idx="4650">66.98520667826682</cx:pt>
          <cx:pt idx="4651">53.24438861707209</cx:pt>
          <cx:pt idx="4652">50.984757704554291</cx:pt>
          <cx:pt idx="4653">56.203433743790676</cx:pt>
          <cx:pt idx="4654">46.427007984330515</cx:pt>
          <cx:pt idx="4655">50.79493300708517</cx:pt>
          <cx:pt idx="4656">49.871677231543018</cx:pt>
          <cx:pt idx="4657">50.072333556438302</cx:pt>
          <cx:pt idx="4658">54.7930069099896</cx:pt>
          <cx:pt idx="4659">65.560470872289017</cx:pt>
          <cx:pt idx="4660">39.900238408164739</cx:pt>
          <cx:pt idx="4661">49.072888698329123</cx:pt>
          <cx:pt idx="4662">67.935820239423975</cx:pt>
          <cx:pt idx="4663">54.077543196312419</cx:pt>
          <cx:pt idx="4664">54.953435673397216</cx:pt>
          <cx:pt idx="4665">48.613455351028477</cx:pt>
          <cx:pt idx="4666">35.097917085995185</cx:pt>
          <cx:pt idx="4667">51.329738893515028</cx:pt>
          <cx:pt idx="4668">61.434697961066391</cx:pt>
          <cx:pt idx="4669">49.529828552996527</cx:pt>
          <cx:pt idx="4670">49.583877928275228</cx:pt>
          <cx:pt idx="4671">58.215893239752283</cx:pt>
          <cx:pt idx="4672">64.441528321210171</cx:pt>
          <cx:pt idx="4673">47.91853896180033</cx:pt>
          <cx:pt idx="4674">43.122265098474294</cx:pt>
          <cx:pt idx="4675">45.29316711422684</cx:pt>
          <cx:pt idx="4676">42.550370086680125</cx:pt>
          <cx:pt idx="4677">64.718641146162327</cx:pt>
          <cx:pt idx="4678">39.000120231886939</cx:pt>
          <cx:pt idx="4679">55.177253428073747</cx:pt>
          <cx:pt idx="4680">22.792168884218459</cx:pt>
          <cx:pt idx="4681">63.038901958089298</cx:pt>
          <cx:pt idx="4682">33.714015245182928</cx:pt>
          <cx:pt idx="4683">63.087853320447657</cx:pt>
          <cx:pt idx="4684">53.139681131196738</cx:pt>
          <cx:pt idx="4685">67.181661409522619</cx:pt>
          <cx:pt idx="4686">42.147093162587559</cx:pt>
          <cx:pt idx="4687">51.476990657529655</cx:pt>
          <cx:pt idx="4688">48.761656547224881</cx:pt>
          <cx:pt idx="4689">50.106874916276752</cx:pt>
          <cx:pt idx="4690">36.529123054619674</cx:pt>
          <cx:pt idx="4691">32.902130936556183</cx:pt>
          <cx:pt idx="4692">37.37030497081868</cx:pt>
          <cx:pt idx="4693">61.354126615304118</cx:pt>
          <cx:pt idx="4694">34.506394306616642</cx:pt>
          <cx:pt idx="4695">43.937592572695849</cx:pt>
          <cx:pt idx="4696">57.01748655026914</cx:pt>
          <cx:pt idx="4697">25.903906673915714</cx:pt>
          <cx:pt idx="4698">37.999754322777839</cx:pt>
          <cx:pt idx="4699">57.47824769733171</cx:pt>
          <cx:pt idx="4700">52.827557868824528</cx:pt>
          <cx:pt idx="4701">48.67741124816574</cx:pt>
          <cx:pt idx="4702">61.758914903008986</cx:pt>
          <cx:pt idx="4703">50.374797203160263</cx:pt>
          <cx:pt idx="4704">31.281431203147953</cx:pt>
          <cx:pt idx="4705">45.837297776665338</cx:pt>
          <cx:pt idx="4706">43.683282989494991</cx:pt>
          <cx:pt idx="4707">43.640068390644998</cx:pt>
          <cx:pt idx="4708">46.508040999855098</cx:pt>
          <cx:pt idx="4709">59.886505714052802</cx:pt>
          <cx:pt idx="4710">48.139511331810652</cx:pt>
          <cx:pt idx="4711">57.951683693998845</cx:pt>
          <cx:pt idx="4712">35.397923446394522</cx:pt>
          <cx:pt idx="4713">64.314105897089263</cx:pt>
          <cx:pt idx="4714">53.817423451100304</cx:pt>
          <cx:pt idx="4715">44.948789136294451</cx:pt>
          <cx:pt idx="4716">55.091302226598714</cx:pt>
          <cx:pt idx="4717">37.760422612200273</cx:pt>
          <cx:pt idx="4718">52.58389481910325</cx:pt>
          <cx:pt idx="4719">58.297624752130822</cx:pt>
          <cx:pt idx="4720">45.53097624507663</cx:pt>
          <cx:pt idx="4721">66.156065765214876</cx:pt>
          <cx:pt idx="4722">52.313890848901899</cx:pt>
          <cx:pt idx="4723">28.673249369220454</cx:pt>
          <cx:pt idx="4724">46.921255447301782</cx:pt>
          <cx:pt idx="4725">50.520472454568285</cx:pt>
          <cx:pt idx="4726">51.369020017970598</cx:pt>
          <cx:pt idx="4727">45.527273952784519</cx:pt>
          <cx:pt idx="4728">50.749035766987966</cx:pt>
          <cx:pt idx="4729">25.864106673146594</cx:pt>
          <cx:pt idx="4730">50.332132699303159</cx:pt>
          <cx:pt idx="4731">56.998104832924298</cx:pt>
          <cx:pt idx="4732">47.833445965027607</cx:pt>
          <cx:pt idx="4733">54.614007539562287</cx:pt>
          <cx:pt idx="4734">67.470188952351506</cx:pt>
          <cx:pt idx="4735">44.415037496601286</cx:pt>
          <cx:pt idx="4736">49.950476608552897</cx:pt>
          <cx:pt idx="4737">48.639361525704132</cx:pt>
          <cx:pt idx="4738">32.178783010177106</cx:pt>
          <cx:pt idx="4739">51.255017489902421</cx:pt>
          <cx:pt idx="4740">45.54160707241801</cx:pt>
          <cx:pt idx="4741">55.330082277938445</cx:pt>
          <cx:pt idx="4742">46.985999812140641</cx:pt>
          <cx:pt idx="4743">45.021855145345086</cx:pt>
          <cx:pt idx="4744">57.291783405933138</cx:pt>
          <cx:pt idx="4745">49.627387707539512</cx:pt>
          <cx:pt idx="4746">55.38103217511113</cx:pt>
          <cx:pt idx="4747">40.421993354251789</cx:pt>
          <cx:pt idx="4748">51.490176998266385</cx:pt>
          <cx:pt idx="4749">46.724469727802699</cx:pt>
          <cx:pt idx="4750">53.07722734064226</cx:pt>
          <cx:pt idx="4751">63.274875589641653</cx:pt>
          <cx:pt idx="4752">63.898279459625741</cx:pt>
          <cx:pt idx="4753">48.300180922904794</cx:pt>
          <cx:pt idx="4754">52.857593360610934</cx:pt>
          <cx:pt idx="4755">47.810740791412954</cx:pt>
          <cx:pt idx="4756">38.470692754481775</cx:pt>
          <cx:pt idx="4757">58.053686897935982</cx:pt>
          <cx:pt idx="4758">39.195579924779025</cx:pt>
          <cx:pt idx="4759">38.218813110288821</cx:pt>
          <cx:pt idx="4760">72.651713577917945</cx:pt>
          <cx:pt idx="4761">62.704051278099314</cx:pt>
          <cx:pt idx="4762">40.343114563883567</cx:pt>
          <cx:pt idx="4763">33.171822730640173</cx:pt>
          <cx:pt idx="4764">31.404819374462384</cx:pt>
          <cx:pt idx="4765">39.532011555407323</cx:pt>
          <cx:pt idx="4766">40.842308561130636</cx:pt>
          <cx:pt idx="4767">65.284697053395021</cx:pt>
          <cx:pt idx="4768">50.491550263499931</cx:pt>
          <cx:pt idx="4769">50.880005392517887</cx:pt>
          <cx:pt idx="4770">64.96407083655248</cx:pt>
          <cx:pt idx="4771">51.300938955814956</cx:pt>
          <cx:pt idx="4772">43.932905175174845</cx:pt>
          <cx:pt idx="4773">57.588801583375549</cx:pt>
          <cx:pt idx="4774">54.841359716152894</cx:pt>
          <cx:pt idx="4775">41.746682322326443</cx:pt>
          <cx:pt idx="4776">43.742162260823157</cx:pt>
          <cx:pt idx="4777">56.091590753690085</cx:pt>
          <cx:pt idx="4778">49.219856318735189</cx:pt>
          <cx:pt idx="4779">33.664845608529767</cx:pt>
          <cx:pt idx="4780">51.278650506390662</cx:pt>
          <cx:pt idx="4781">40.795174977978725</cx:pt>
          <cx:pt idx="4782">42.867196906633843</cx:pt>
          <cx:pt idx="4783">57.022720659823946</cx:pt>
          <cx:pt idx="4784">61.619117330083341</cx:pt>
          <cx:pt idx="4785">64.411663156142254</cx:pt>
          <cx:pt idx="4786">35.037852178003909</cx:pt>
          <cx:pt idx="4787">44.295465001924342</cx:pt>
          <cx:pt idx="4788">31.016152831577525</cx:pt>
          <cx:pt idx="4789">36.619723237511835</cx:pt>
          <cx:pt idx="4790">51.413441902234901</cx:pt>
          <cx:pt idx="4791">50.659621002522378</cx:pt>
          <cx:pt idx="4792">57.353741023932898</cx:pt>
          <cx:pt idx="4793">45.009251973485789</cx:pt>
          <cx:pt idx="4794">44.85663767158244</cx:pt>
          <cx:pt idx="4795">52.244938851829104</cx:pt>
          <cx:pt idx="4796">49.137178953006405</cx:pt>
          <cx:pt idx="4797">53.450627736381534</cx:pt>
          <cx:pt idx="4798">54.037710287429817</cx:pt>
          <cx:pt idx="4799">50.603064166624172</cx:pt>
          <cx:pt idx="4800">53.073753769017245</cx:pt>
          <cx:pt idx="4801">44.278205636238511</cx:pt>
          <cx:pt idx="4802">57.599218620578533</cx:pt>
          <cx:pt idx="4803">44.449084083576722</cx:pt>
          <cx:pt idx="4804">55.186803473694383</cx:pt>
          <cx:pt idx="4805">54.509868588260474</cx:pt>
          <cx:pt idx="4806">41.149132051643235</cx:pt>
          <cx:pt idx="4807">43.281110365849081</cx:pt>
          <cx:pt idx="4808">40.790828708282184</cx:pt>
          <cx:pt idx="4809">45.30428230193948</cx:pt>
          <cx:pt idx="4810">47.285058020805472</cx:pt>
          <cx:pt idx="4811">56.213204512790703</cx:pt>
          <cx:pt idx="4812">64.00284460423461</cx:pt>
          <cx:pt idx="4813">45.815652580828981</cx:pt>
          <cx:pt idx="4814">39.125501595361456</cx:pt>
          <cx:pt idx="4815">46.470627965326827</cx:pt>
          <cx:pt idx="4816">38.80397257377053</cx:pt>
          <cx:pt idx="4817">48.879210107913231</cx:pt>
          <cx:pt idx="4818">40.731578392582456</cx:pt>
          <cx:pt idx="4819">41.164732938105239</cx:pt>
          <cx:pt idx="4820">57.273607478544584</cx:pt>
          <cx:pt idx="4821">52.974413884645891</cx:pt>
          <cx:pt idx="4822">41.185440212419607</cx:pt>
          <cx:pt idx="4823">53.655299399359329</cx:pt>
          <cx:pt idx="4824">44.661357243145481</cx:pt>
          <cx:pt idx="4825">39.815872428018508</cx:pt>
          <cx:pt idx="4826">37.641609199364765</cx:pt>
          <cx:pt idx="4827">60.053217502747053</cx:pt>
          <cx:pt idx="4828">55.648796392045632</cx:pt>
          <cx:pt idx="4829">60.571992811524893</cx:pt>
          <cx:pt idx="4830">58.844680180626952</cx:pt>
          <cx:pt idx="4831">41.883431385433823</cx:pt>
          <cx:pt idx="4832">44.047095545062</cx:pt>
          <cx:pt idx="4833">57.887041311147279</cx:pt>
          <cx:pt idx="4834">44.762245548831714</cx:pt>
          <cx:pt idx="4835">55.147623509301624</cx:pt>
          <cx:pt idx="4836">47.267463587696241</cx:pt>
          <cx:pt idx="4837">60.344350372927046</cx:pt>
          <cx:pt idx="4838">27.257292465768895</cx:pt>
          <cx:pt idx="4839">57.294976307832798</cx:pt>
          <cx:pt idx="4840">57.230188845946991</cx:pt>
          <cx:pt idx="4841">51.6375035700989</cx:pt>
          <cx:pt idx="4842">38.576707354499646</cx:pt>
          <cx:pt idx="4843">42.529010341143341</cx:pt>
          <cx:pt idx="4844">58.733445083457084</cx:pt>
          <cx:pt idx="4845">56.312383757234549</cx:pt>
          <cx:pt idx="4846">69.203408159755014</cx:pt>
          <cx:pt idx="4847">50.999858645062993</cx:pt>
          <cx:pt idx="4848">62.078236366207392</cx:pt>
          <cx:pt idx="4849">31.350380203997695</cx:pt>
          <cx:pt idx="4850">54.500553330395519</cx:pt>
          <cx:pt idx="4851">55.264977461634281</cx:pt>
          <cx:pt idx="4852">46.578292404918429</cx:pt>
          <cx:pt idx="4853">66.55321142139934</cx:pt>
          <cx:pt idx="4854">41.911747354747199</cx:pt>
          <cx:pt idx="4855">48.85731627382156</cx:pt>
          <cx:pt idx="4856">31.486095760441678</cx:pt>
          <cx:pt idx="4857">38.401628405397751</cx:pt>
          <cx:pt idx="4858">46.817246326266698</cx:pt>
          <cx:pt idx="4859">59.248547208431006</cx:pt>
          <cx:pt idx="4860">44.46452551087863</cx:pt>
          <cx:pt idx="4861">46.610565544678757</cx:pt>
          <cx:pt idx="4862">69.634034813211898</cx:pt>
          <cx:pt idx="4863">78.674981177803105</cx:pt>
          <cx:pt idx="4864">50.460221240188709</cx:pt>
          <cx:pt idx="4865">26.823460573569417</cx:pt>
          <cx:pt idx="4866">61.443821491981765</cx:pt>
          <cx:pt idx="4867">58.800142859401461</cx:pt>
          <cx:pt idx="4868">45.995694037569244</cx:pt>
          <cx:pt idx="4869">57.010774901734351</cx:pt>
          <cx:pt idx="4870">43.936050024618851</cx:pt>
          <cx:pt idx="4871">53.733818288503443</cx:pt>
          <cx:pt idx="4872">51.056672201761266</cx:pt>
          <cx:pt idx="4873">40.161926483858352</cx:pt>
          <cx:pt idx="4874">34.82772209424607</cx:pt>
          <cx:pt idx="4875">47.302933036802095</cx:pt>
          <cx:pt idx="4876">47.334603268086809</cx:pt>
          <cx:pt idx="4877">48.499279461717634</cx:pt>
          <cx:pt idx="4878">41.219840210199806</cx:pt>
          <cx:pt idx="4879">69.564770714282076</cx:pt>
          <cx:pt idx="4880">39.808775394335896</cx:pt>
          <cx:pt idx="4881">42.911783937686778</cx:pt>
          <cx:pt idx="4882">38.548487028026031</cx:pt>
          <cx:pt idx="4883">50.703509802244554</cx:pt>
          <cx:pt idx="4884">65.319657505474026</cx:pt>
          <cx:pt idx="4885">54.396645213542762</cx:pt>
          <cx:pt idx="4886">67.044140235654211</cx:pt>
          <cx:pt idx="4887">51.479913268418827</cx:pt>
          <cx:pt idx="4888">30.598957491848459</cx:pt>
          <cx:pt idx="4889">49.828222360939613</cx:pt>
          <cx:pt idx="4890">44.397801287634977</cx:pt>
          <cx:pt idx="4891">58.179181661572699</cx:pt>
          <cx:pt idx="4892">65.05967572662064</cx:pt>
          <cx:pt idx="4893">48.634666507999462</cx:pt>
          <cx:pt idx="4894">54.825713459144481</cx:pt>
          <cx:pt idx="4895">48.302103411036477</cx:pt>
          <cx:pt idx="4896">42.377861337489804</cx:pt>
          <cx:pt idx="4897">50.237558046326747</cx:pt>
          <cx:pt idx="4898">50.162775262576901</cx:pt>
          <cx:pt idx="4899">54.262391829030925</cx:pt>
          <cx:pt idx="4900">41.975867014440738</cx:pt>
          <cx:pt idx="4901">71.127889236104394</cx:pt>
          <cx:pt idx="4902">62.832478718212094</cx:pt>
          <cx:pt idx="4903">38.748243160182888</cx:pt>
          <cx:pt idx="4904">59.956492184049246</cx:pt>
          <cx:pt idx="4905">30.521554548945126</cx:pt>
          <cx:pt idx="4906">63.033744741068197</cx:pt>
          <cx:pt idx="4907">56.392803762410878</cx:pt>
          <cx:pt idx="4908">38.641840080376184</cx:pt>
          <cx:pt idx="4909">52.857299803599716</cx:pt>
          <cx:pt idx="4910">47.977522573848184</cx:pt>
          <cx:pt idx="4911">35.921253508065838</cx:pt>
          <cx:pt idx="4912">57.367881881766976</cx:pt>
          <cx:pt idx="4913">38.477003624768201</cx:pt>
          <cx:pt idx="4914">41.529201155933961</cx:pt>
          <cx:pt idx="4915">52.137769216722454</cx:pt>
          <cx:pt idx="4916">64.086900916131697</cx:pt>
          <cx:pt idx="4917">35.72800156584745</cx:pt>
          <cx:pt idx="4918">51.831619324445548</cx:pt>
          <cx:pt idx="4919">43.738958968893535</cx:pt>
          <cx:pt idx="4920">41.408724367894635</cx:pt>
          <cx:pt idx="4921">50.855092474498747</cx:pt>
          <cx:pt idx="4922">61.117441385679413</cx:pt>
          <cx:pt idx="4923">58.797210587180828</cx:pt>
          <cx:pt idx="4924">38.438839984565135</cx:pt>
          <cx:pt idx="4925">56.610071830274734</cx:pt>
          <cx:pt idx="4926">30.125586175858484</cx:pt>
          <cx:pt idx="4927">59.768669266334577</cx:pt>
          <cx:pt idx="4928">32.159252096689535</cx:pt>
          <cx:pt idx="4929">70.415758904211273</cx:pt>
          <cx:pt idx="4930">61.122456811328455</cx:pt>
          <cx:pt idx="4931">56.934631855439008</cx:pt>
          <cx:pt idx="4932">44.433196694674891</cx:pt>
          <cx:pt idx="4933">54.32961735043623</cx:pt>
          <cx:pt idx="4934">61.194500643867379</cx:pt>
          <cx:pt idx="4935">43.938911265478914</cx:pt>
          <cx:pt idx="4936">40.826974923887789</cx:pt>
          <cx:pt idx="4937">50.163048100083721</cx:pt>
          <cx:pt idx="4938">57.331570587230615</cx:pt>
          <cx:pt idx="4939">55.816495549925136</cx:pt>
          <cx:pt idx="4940">39.064082209321604</cx:pt>
          <cx:pt idx="4941">57.754049340684951</cx:pt>
          <cx:pt idx="4942">51.856000450468656</cx:pt>
          <cx:pt idx="4943">45.286444644770164</cx:pt>
          <cx:pt idx="4944">54.844436505990615</cx:pt>
          <cx:pt idx="4945">54.27144384605009</cx:pt>
          <cx:pt idx="4946">46.953245587607363</cx:pt>
          <cx:pt idx="4947">51.242103883322358</cx:pt>
          <cx:pt idx="4948">58.498285171535393</cx:pt>
          <cx:pt idx="4949">67.9331648619101</cx:pt>
          <cx:pt idx="4950">43.625120024073887</cx:pt>
          <cx:pt idx="4951">45.417772045154052</cx:pt>
          <cx:pt idx="4952">61.307862821667001</cx:pt>
          <cx:pt idx="4953">31.28921536235838</cx:pt>
          <cx:pt idx="4954">59.282061245917966</cx:pt>
          <cx:pt idx="4955">38.125829294425387</cx:pt>
          <cx:pt idx="4956">38.159478540076243</cx:pt>
          <cx:pt idx="4957">52.996685343960202</cx:pt>
          <cx:pt idx="4958">42.018568061446572</cx:pt>
          <cx:pt idx="4959">48.479858940153051</cx:pt>
          <cx:pt idx="4960">45.885184710872821</cx:pt>
          <cx:pt idx="4961">46.948221397073567</cx:pt>
          <cx:pt idx="4962">54.752142750519702</cx:pt>
          <cx:pt idx="4963">41.892730177219356</cx:pt>
          <cx:pt idx="4964">50.701025399768639</cx:pt>
          <cx:pt idx="4965">63.542469820769909</cx:pt>
          <cx:pt idx="4966">54.645105154757232</cx:pt>
          <cx:pt idx="4967">61.727650292262723</cx:pt>
          <cx:pt idx="4968">45.040156380602077</cx:pt>
          <cx:pt idx="4969">38.08456841634559</cx:pt>
          <cx:pt idx="4970">32.834369674198356</cx:pt>
          <cx:pt idx="4971">32.423859425566626</cx:pt>
          <cx:pt idx="4972">43.790702950310582</cx:pt>
          <cx:pt idx="4973">35.164972271336566</cx:pt>
          <cx:pt idx="4974">41.625275636208499</cx:pt>
          <cx:pt idx="4975">50.197256907366771</cx:pt>
          <cx:pt idx="4976">52.622532358570538</cx:pt>
          <cx:pt idx="4977">70.27581246197218</cx:pt>
          <cx:pt idx="4978">33.777101054322053</cx:pt>
          <cx:pt idx="4979">36.120849202901248</cx:pt>
          <cx:pt idx="4980">47.990880598664603</cx:pt>
          <cx:pt idx="4981">62.226998881615124</cx:pt>
          <cx:pt idx="4982">53.179179147462541</cx:pt>
          <cx:pt idx="4983">49.339433506329158</cx:pt>
          <cx:pt idx="4984">51.415279686681515</cx:pt>
          <cx:pt idx="4985">53.378946800830178</cx:pt>
          <cx:pt idx="4986">69.21568952076052</cx:pt>
          <cx:pt idx="4987">42.01735760377538</cx:pt>
          <cx:pt idx="4988">40.838772285829549</cx:pt>
          <cx:pt idx="4989">71.016250988772683</cx:pt>
          <cx:pt idx="4990">64.098846733044581</cx:pt>
          <cx:pt idx="4991">49.507761964875655</cx:pt>
          <cx:pt idx="4992">32.240726941038695</cx:pt>
          <cx:pt idx="4993">58.118997883138263</cx:pt>
          <cx:pt idx="4994">58.968754762035609</cx:pt>
          <cx:pt idx="4995">40.004073209088666</cx:pt>
          <cx:pt idx="4996">48.479969588555605</cx:pt>
          <cx:pt idx="4997">63.842574299488454</cx:pt>
          <cx:pt idx="4998">73.484134714777554</cx:pt>
          <cx:pt idx="4999">35.7442301315631</cx:pt>
          <cx:pt idx="5000">70.139840577745233</cx:pt>
          <cx:pt idx="5001">50.767930611138233</cx:pt>
          <cx:pt idx="5002">50.963699713163429</cx:pt>
          <cx:pt idx="5003">44.992624305273978</cx:pt>
          <cx:pt idx="5004">40.483292656068173</cx:pt>
          <cx:pt idx="5005">31.280976275908568</cx:pt>
          <cx:pt idx="5006">49.901779452067252</cx:pt>
          <cx:pt idx="5007">39.788103063576415</cx:pt>
          <cx:pt idx="5008">50.180055213544449</cx:pt>
          <cx:pt idx="5009">36.563354031778921</cx:pt>
          <cx:pt idx="5010">34.422178612818385</cx:pt>
          <cx:pt idx="5011">44.491024989194869</cx:pt>
          <cx:pt idx="5012">36.567414335601107</cx:pt>
          <cx:pt idx="5013">57.114327418874964</cx:pt>
          <cx:pt idx="5014">68.240813611440331</cx:pt>
          <cx:pt idx="5015">57.030406756654493</cx:pt>
          <cx:pt idx="5016">53.519996938666559</cx:pt>
          <cx:pt idx="5017">58.917789083895229</cx:pt>
          <cx:pt idx="5018">57.517021516485478</cx:pt>
          <cx:pt idx="5019">44.827871598997156</cx:pt>
          <cx:pt idx="5020">51.585813757557482</cx:pt>
          <cx:pt idx="5021">59.821302162217314</cx:pt>
          <cx:pt idx="5022">48.383860673822518</cx:pt>
          <cx:pt idx="5023">59.07870320138074</cx:pt>
          <cx:pt idx="5024">41.323578794473683</cx:pt>
          <cx:pt idx="5025">53.602767974546623</cx:pt>
          <cx:pt idx="5026">67.977952148794827</cx:pt>
          <cx:pt idx="5027">60.351471500257112</cx:pt>
          <cx:pt idx="5028">52.15819746901132</cx:pt>
          <cx:pt idx="5029">48.301709343001619</cx:pt>
          <cx:pt idx="5030">47.941628536258094</cx:pt>
          <cx:pt idx="5031">53.82201298242655</cx:pt>
          <cx:pt idx="5032">46.056427094233925</cx:pt>
          <cx:pt idx="5033">49.82793301142749</cx:pt>
          <cx:pt idx="5034">55.516289779815331</cx:pt>
          <cx:pt idx="5035">69.450104386849588</cx:pt>
          <cx:pt idx="5036">50.92123077800391</cx:pt>
          <cx:pt idx="5037">43.255449310073601</cx:pt>
          <cx:pt idx="5038">68.902796553048759</cx:pt>
          <cx:pt idx="5039">49.508698952320138</cx:pt>
          <cx:pt idx="5040">66.866533321456544</cx:pt>
          <cx:pt idx="5041">48.597920726307343</cx:pt>
          <cx:pt idx="5042">44.151979440175808</cx:pt>
          <cx:pt idx="5043">42.095035047798852</cx:pt>
          <cx:pt idx="5044">43.016887218780596</cx:pt>
          <cx:pt idx="5045">56.92002600305981</cx:pt>
          <cx:pt idx="5046">34.174249101354953</cx:pt>
          <cx:pt idx="5047">66.800567330019803</cx:pt>
          <cx:pt idx="5048">52.511576942015168</cx:pt>
          <cx:pt idx="5049">62.139966808081681</cx:pt>
          <cx:pt idx="5050">45.662708994594858</cx:pt>
          <cx:pt idx="5051">36.822318798847647</cx:pt>
          <cx:pt idx="5052">39.945820140113312</cx:pt>
          <cx:pt idx="5053">44.522987373033317</cx:pt>
          <cx:pt idx="5054">45.615226456102576</cx:pt>
          <cx:pt idx="5055">44.172481876747376</cx:pt>
          <cx:pt idx="5056">43.542081043908723</cx:pt>
          <cx:pt idx="5057">46.695434145765624</cx:pt>
          <cx:pt idx="5058">55.450259152341445</cx:pt>
          <cx:pt idx="5059">64.085200126214204</cx:pt>
          <cx:pt idx="5060">47.596931078996739</cx:pt>
          <cx:pt idx="5061">45.673023769502663</cx:pt>
          <cx:pt idx="5062">45.250027300565904</cx:pt>
          <cx:pt idx="5063">48.141776651287721</cx:pt>
          <cx:pt idx="5064">53.793800944835859</cx:pt>
          <cx:pt idx="5065">56.120730134754339</cx:pt>
          <cx:pt idx="5066">61.874695430278557</cx:pt>
          <cx:pt idx="5067">49.801503262959116</cx:pt>
          <cx:pt idx="5068">62.135238436973232</cx:pt>
          <cx:pt idx="5069">43.490809107359574</cx:pt>
          <cx:pt idx="5070">64.406852625830254</cx:pt>
          <cx:pt idx="5071">74.094094410492772</cx:pt>
          <cx:pt idx="5072">56.089458781853978</cx:pt>
          <cx:pt idx="5073">42.840146624695322</cx:pt>
          <cx:pt idx="5074">33.791731027843703</cx:pt>
          <cx:pt idx="5075">68.640026323281774</cx:pt>
          <cx:pt idx="5076">57.34942603025199</cx:pt>
          <cx:pt idx="5077">57.302191574308992</cx:pt>
          <cx:pt idx="5078">48.050643934806374</cx:pt>
          <cx:pt idx="5079">31.986801097340596</cx:pt>
          <cx:pt idx="5080">33.457671394050521</cx:pt>
          <cx:pt idx="5081">54.86834897483115</cx:pt>
          <cx:pt idx="5082">49.495862225490299</cx:pt>
          <cx:pt idx="5083">37.899695476695342</cx:pt>
          <cx:pt idx="5084">43.611836497249044</cx:pt>
          <cx:pt idx="5085">60.879140314962989</cx:pt>
          <cx:pt idx="5086">51.017487990068211</cx:pt>
          <cx:pt idx="5087">57.370277564423006</cx:pt>
          <cx:pt idx="5088">55.146002634172831</cx:pt>
          <cx:pt idx="5089">47.262866411408758</cx:pt>
          <cx:pt idx="5090">56.966726850460709</cx:pt>
          <cx:pt idx="5091">56.098492832649896</cx:pt>
          <cx:pt idx="5092">45.497127536790416</cx:pt>
          <cx:pt idx="5093">47.863657989884452</cx:pt>
          <cx:pt idx="5094">38.760542625479744</cx:pt>
          <cx:pt idx="5095">48.407377237612266</cx:pt>
          <cx:pt idx="5096">42.188066279810982</cx:pt>
          <cx:pt idx="5097">49.936938977074824</cx:pt>
          <cx:pt idx="5098">56.034283043059453</cx:pt>
          <cx:pt idx="5099">58.025298564586386</cx:pt>
          <cx:pt idx="5100">56.892541296509172</cx:pt>
          <cx:pt idx="5101">52.957564905273472</cx:pt>
          <cx:pt idx="5102">47.05211899192647</cx:pt>
          <cx:pt idx="5103">44.87595808723713</cx:pt>
          <cx:pt idx="5104">55.664139365884083</cx:pt>
          <cx:pt idx="5105">65.253977625086449</cx:pt>
          <cx:pt idx="5106">66.133594849531619</cx:pt>
          <cx:pt idx="5107">30.981199758073391</cx:pt>
          <cx:pt idx="5108">57.87142584278682</cx:pt>
          <cx:pt idx="5109">59.395580785316348</cx:pt>
          <cx:pt idx="5110">54.315730295427436</cx:pt>
          <cx:pt idx="5111">30.352590484699412</cx:pt>
          <cx:pt idx="5112">55.299400029457992</cx:pt>
          <cx:pt idx="5113">58.19583268833896</cx:pt>
          <cx:pt idx="5114">48.671896467309971</cx:pt>
          <cx:pt idx="5115">54.914629069325869</cx:pt>
          <cx:pt idx="5116">58.237664209235035</cx:pt>
          <cx:pt idx="5117">62.852085537684829</cx:pt>
          <cx:pt idx="5118">44.398942176743475</cx:pt>
          <cx:pt idx="5119">53.793952105736153</cx:pt>
          <cx:pt idx="5120">52.485399842052907</cx:pt>
          <cx:pt idx="5121">45.185857680391045</cx:pt>
          <cx:pt idx="5122">39.387933605284246</cx:pt>
          <cx:pt idx="5123">38.565143034630758</cx:pt>
          <cx:pt idx="5124">48.571729426201443</cx:pt>
          <cx:pt idx="5125">61.718651667416324</cx:pt>
          <cx:pt idx="5126">27.594983292688742</cx:pt>
          <cx:pt idx="5127">48.53976260019671</cx:pt>
          <cx:pt idx="5128">53.748117546591324</cx:pt>
          <cx:pt idx="5129">44.01260793261882</cx:pt>
          <cx:pt idx="5130">42.297420371090219</cx:pt>
          <cx:pt idx="5131">41.332672957801478</cx:pt>
          <cx:pt idx="5132">40.221767059586803</cx:pt>
          <cx:pt idx="5133">44.252430437630395</cx:pt>
          <cx:pt idx="5134">72.296418878354658</cx:pt>
          <cx:pt idx="5135">46.300716504594817</cx:pt>
          <cx:pt idx="5136">44.872797686943166</cx:pt>
          <cx:pt idx="5137">48.967427832496845</cx:pt>
          <cx:pt idx="5138">66.479687896817808</cx:pt>
          <cx:pt idx="5139">45.508335744031115</cx:pt>
          <cx:pt idx="5140">38.63156655993221</cx:pt>
          <cx:pt idx="5141">44.255268859114423</cx:pt>
          <cx:pt idx="5142">44.835533231477051</cx:pt>
          <cx:pt idx="5143">49.193693898847357</cx:pt>
          <cx:pt idx="5144">39.710066949089153</cx:pt>
          <cx:pt idx="5145">53.556588535109597</cx:pt>
          <cx:pt idx="5146">53.365282217900699</cx:pt>
          <cx:pt idx="5147">48.261739011237573</cx:pt>
          <cx:pt idx="5148">43.960776151860387</cx:pt>
          <cx:pt idx="5149">50.714223549670272</cx:pt>
          <cx:pt idx="5150">44.274946651690001</cx:pt>
          <cx:pt idx="5151">54.428877693870639</cx:pt>
          <cx:pt idx="5152">37.521906445513409</cx:pt>
          <cx:pt idx="5153">47.500110104315795</cx:pt>
          <cx:pt idx="5154">46.33473175655368</cx:pt>
          <cx:pt idx="5155">48.112952347995694</cx:pt>
          <cx:pt idx="5156">63.825990141118183</cx:pt>
          <cx:pt idx="5157">45.325662463298627</cx:pt>
          <cx:pt idx="5158">56.933964971036801</cx:pt>
          <cx:pt idx="5159">74.684342412230322</cx:pt>
          <cx:pt idx="5160">45.5244071626257</cx:pt>
          <cx:pt idx="5161">47.73094978895552</cx:pt>
          <cx:pt idx="5162">40.00065064308658</cx:pt>
          <cx:pt idx="5163">50.791167831038294</cx:pt>
          <cx:pt idx="5164">49.104125102868366</cx:pt>
          <cx:pt idx="5165">61.275360748317382</cx:pt>
          <cx:pt idx="5166">44.92328432271055</cx:pt>
          <cx:pt idx="5167">61.485134131356361</cx:pt>
          <cx:pt idx="5168">45.980768864638563</cx:pt>
          <cx:pt idx="5169">52.467223666209868</cx:pt>
          <cx:pt idx="5170">53.314288420093533</cx:pt>
          <cx:pt idx="5171">49.965168830365329</cx:pt>
          <cx:pt idx="5172">44.586718243346255</cx:pt>
          <cx:pt idx="5173">49.061537835939134</cx:pt>
          <cx:pt idx="5174">59.246757607435697</cx:pt>
          <cx:pt idx="5175">20.823295055129506</cx:pt>
          <cx:pt idx="5176">44.444272250477326</cx:pt>
          <cx:pt idx="5177">66.999797613392843</cx:pt>
          <cx:pt idx="5178">56.557860518826025</cx:pt>
          <cx:pt idx="5179">60.090683921088029</cx:pt>
          <cx:pt idx="5180">44.893880847227415</cx:pt>
          <cx:pt idx="5181">50.58458230712877</cx:pt>
          <cx:pt idx="5182">56.77999641124093</cx:pt>
          <cx:pt idx="5183">27.163619517545484</cx:pt>
          <cx:pt idx="5184">39.262038239975709</cx:pt>
          <cx:pt idx="5185">57.94322185310795</cx:pt>
          <cx:pt idx="5186">58.485962418870557</cx:pt>
          <cx:pt idx="5187">64.80850922422141</cx:pt>
          <cx:pt idx="5188">49.280920455777149</cx:pt>
          <cx:pt idx="5189">64.806961044887473</cx:pt>
          <cx:pt idx="5190">51.115751740009109</cx:pt>
          <cx:pt idx="5191">50.073886915652082</cx:pt>
          <cx:pt idx="5192">46.140499623905761</cx:pt>
          <cx:pt idx="5193">70.759367623984133</cx:pt>
          <cx:pt idx="5194">64.406129346248917</cx:pt>
          <cx:pt idx="5195">37.20790705985317</cx:pt>
          <cx:pt idx="5196">32.59230802967577</cx:pt>
          <cx:pt idx="5197">52.118221249372439</cx:pt>
          <cx:pt idx="5198">49.023237137081352</cx:pt>
          <cx:pt idx="5199">35.387443890397869</cx:pt>
          <cx:pt idx="5200">43.859128840959706</cx:pt>
          <cx:pt idx="5201">50.397475449725867</cx:pt>
          <cx:pt idx="5202">52.328812324936514</cx:pt>
          <cx:pt idx="5203">54.920521783305759</cx:pt>
          <cx:pt idx="5204">59.044703978355827</cx:pt>
          <cx:pt idx="5205">52.433378479213602</cx:pt>
          <cx:pt idx="5206">46.009288471216834</cx:pt>
          <cx:pt idx="5207">64.056611068698302</cx:pt>
          <cx:pt idx="5208">38.250108923693233</cx:pt>
          <cx:pt idx="5209">46.595762849843709</cx:pt>
          <cx:pt idx="5210">48.195033297715312</cx:pt>
          <cx:pt idx="5211">62.248914079196872</cx:pt>
          <cx:pt idx="5212">36.796144838927766</cx:pt>
          <cx:pt idx="5213">45.042781927937938</cx:pt>
          <cx:pt idx="5214">59.062000711911551</cx:pt>
          <cx:pt idx="5215">51.42259306530638</cx:pt>
          <cx:pt idx="5216">64.363590167957724</cx:pt>
          <cx:pt idx="5217">51.023424176763477</cx:pt>
          <cx:pt idx="5218">48.611046110589449</cx:pt>
          <cx:pt idx="5219">59.721076916319213</cx:pt>
          <cx:pt idx="5220">51.752537711055858</cx:pt>
          <cx:pt idx="5221">58.692112888853664</cx:pt>
          <cx:pt idx="5222">57.648458088219236</cx:pt>
          <cx:pt idx="5223">29.132930383864149</cx:pt>
          <cx:pt idx="5224">44.063602602628286</cx:pt>
          <cx:pt idx="5225">44.454702944746288</cx:pt>
          <cx:pt idx="5226">62.061902266733199</cx:pt>
          <cx:pt idx="5227">46.0872784732912</cx:pt>
          <cx:pt idx="5228">57.574869287820491</cx:pt>
          <cx:pt idx="5229">60.210224743598147</cx:pt>
          <cx:pt idx="5230">47.446602875663721</cx:pt>
          <cx:pt idx="5231">59.078340241836614</cx:pt>
          <cx:pt idx="5232">41.402485779443047</cx:pt>
          <cx:pt idx="5233">30.8375429931152</cx:pt>
          <cx:pt idx="5234">55.465282751296868</cx:pt>
          <cx:pt idx="5235">66.813681655597179</cx:pt>
          <cx:pt idx="5236">45.908673067058338</cx:pt>
          <cx:pt idx="5237">37.160179935410284</cx:pt>
          <cx:pt idx="5238">49.59537865256334</cx:pt>
          <cx:pt idx="5239">53.447983171819203</cx:pt>
          <cx:pt idx="5240">60.851596552126274</cx:pt>
          <cx:pt idx="5241">47.35912116057014</cx:pt>
          <cx:pt idx="5242">51.916340542981551</cx:pt>
          <cx:pt idx="5243">66.340404917524808</cx:pt>
          <cx:pt idx="5244">41.476516314520126</cx:pt>
          <cx:pt idx="5245">42.0497511830321</cx:pt>
          <cx:pt idx="5246">50.559724846228896</cx:pt>
          <cx:pt idx="5247">58.169457726972595</cx:pt>
          <cx:pt idx="5248">68.280276838612281</cx:pt>
          <cx:pt idx="5249">51.066264162977163</cx:pt>
          <cx:pt idx="5250">69.410419892997538</cx:pt>
          <cx:pt idx="5251">50.189322431055608</cx:pt>
          <cx:pt idx="5252">53.306053151321194</cx:pt>
          <cx:pt idx="5253">55.865620498312886</cx:pt>
          <cx:pt idx="5254">41.319712561250981</cx:pt>
          <cx:pt idx="5255">70.136591925473851</cx:pt>
          <cx:pt idx="5256">69.193447126174846</cx:pt>
          <cx:pt idx="5257">40.916210217074436</cx:pt>
          <cx:pt idx="5258">49.268658397641659</cx:pt>
          <cx:pt idx="5259">49.092107786971397</cx:pt>
          <cx:pt idx="5260">53.089562398725</cx:pt>
          <cx:pt idx="5261">45.76313527697171</cx:pt>
          <cx:pt idx="5262">30.856312049258275</cx:pt>
          <cx:pt idx="5263">61.428374733755554</cx:pt>
          <cx:pt idx="5264">61.101548411491635</cx:pt>
          <cx:pt idx="5265">40.398766103448125</cx:pt>
          <cx:pt idx="5266">52.482694529361758</cx:pt>
          <cx:pt idx="5267">42.899989005193788</cx:pt>
          <cx:pt idx="5268">52.243139216385813</cx:pt>
          <cx:pt idx="5269">65.855218903711204</cx:pt>
          <cx:pt idx="5270">38.54121722347594</cx:pt>
          <cx:pt idx="5271">42.138804909566105</cx:pt>
          <cx:pt idx="5272">53.614072316037905</cx:pt>
          <cx:pt idx="5273">43.108941899891974</cx:pt>
          <cx:pt idx="5274">53.501309090050896</cx:pt>
          <cx:pt idx="5275">52.249933368541029</cx:pt>
          <cx:pt idx="5276">52.68497076873961</cx:pt>
          <cx:pt idx="5277">54.435767879489092</cx:pt>
          <cx:pt idx="5278">74.299390578414005</cx:pt>
          <cx:pt idx="5279">36.566975928437429</cx:pt>
          <cx:pt idx="5280">40.77595795067807</cx:pt>
          <cx:pt idx="5281">52.812953258205802</cx:pt>
          <cx:pt idx="5282">35.949782720206187</cx:pt>
          <cx:pt idx="5283">65.568160139125155</cx:pt>
          <cx:pt idx="5284">23.344680322249459</cx:pt>
          <cx:pt idx="5285">53.355939156366183</cx:pt>
          <cx:pt idx="5286">57.965826548665348</cx:pt>
          <cx:pt idx="5287">49.091328863834185</cx:pt>
          <cx:pt idx="5288">60.876946481488318</cx:pt>
          <cx:pt idx="5289">58.156319481916711</cx:pt>
          <cx:pt idx="5290">50.379941604030833</cx:pt>
          <cx:pt idx="5291">40.975166759964104</cx:pt>
          <cx:pt idx="5292">46.481029788766151</cx:pt>
          <cx:pt idx="5293">50.776124762311888</cx:pt>
          <cx:pt idx="5294">48.389470364799692</cx:pt>
          <cx:pt idx="5295">60.730317840782277</cx:pt>
          <cx:pt idx="5296">45.701365007913196</cx:pt>
          <cx:pt idx="5297">43.57339933328781</cx:pt>
          <cx:pt idx="5298">53.894998539437097</cx:pt>
          <cx:pt idx="5299">46.068022531782411</cx:pt>
          <cx:pt idx="5300">52.128245355530105</cx:pt>
          <cx:pt idx="5301">59.272621841926025</cx:pt>
          <cx:pt idx="5302">62.190596417228242</cx:pt>
          <cx:pt idx="5303">33.596625898573322</cx:pt>
          <cx:pt idx="5304">44.005356550398226</cx:pt>
          <cx:pt idx="5305">38.842164921462285</cx:pt>
          <cx:pt idx="5306">36.645278033529749</cx:pt>
          <cx:pt idx="5307">67.402411929000095</cx:pt>
          <cx:pt idx="5308">36.488380789737661</cx:pt>
          <cx:pt idx="5309">71.089066674731896</cx:pt>
          <cx:pt idx="5310">54.315773935436624</cx:pt>
          <cx:pt idx="5311">47.210815924909234</cx:pt>
          <cx:pt idx="5312">55.049682766568772</cx:pt>
          <cx:pt idx="5313">19.959079700270973</cx:pt>
          <cx:pt idx="5314">49.391674357738097</cx:pt>
          <cx:pt idx="5315">28.010174033225855</cx:pt>
          <cx:pt idx="5316">67.536234950312192</cx:pt>
          <cx:pt idx="5317">34.095636836678807</cx:pt>
          <cx:pt idx="5318">41.032214329061404</cx:pt>
          <cx:pt idx="5319">41.878572805629538</cx:pt>
          <cx:pt idx="5320">59.034836942911973</cx:pt>
          <cx:pt idx="5321">68.039068688544603</cx:pt>
          <cx:pt idx="5322">61.622002937494599</cx:pt>
          <cx:pt idx="5323">54.881446233652099</cx:pt>
          <cx:pt idx="5324">45.84977406429941</cx:pt>
          <cx:pt idx="5325">49.250269511503753</cx:pt>
          <cx:pt idx="5326">67.336150225892254</cx:pt>
          <cx:pt idx="5327">54.523419306013544</cx:pt>
          <cx:pt idx="5328">39.809113588535318</cx:pt>
          <cx:pt idx="5329">66.506982018527367</cx:pt>
          <cx:pt idx="5330">47.924764234162737</cx:pt>
          <cx:pt idx="5331">49.34190469678326</cx:pt>
          <cx:pt idx="5332">55.206489390154829</cx:pt>
          <cx:pt idx="5333">44.905204167224028</cx:pt>
          <cx:pt idx="5334">51.39365812333606</cx:pt>
          <cx:pt idx="5335">42.391767376053721</cx:pt>
          <cx:pt idx="5336">44.301021544015441</cx:pt>
          <cx:pt idx="5337">36.822600080984763</cx:pt>
          <cx:pt idx="5338">50.721729401180575</cx:pt>
          <cx:pt idx="5339">52.521320466166515</cx:pt>
          <cx:pt idx="5340">49.471464731153766</cx:pt>
          <cx:pt idx="5341">71.144634941832408</cx:pt>
          <cx:pt idx="5342">70.718429943749555</cx:pt>
          <cx:pt idx="5343">60.51282572088877</cx:pt>
          <cx:pt idx="5344">33.658965043006049</cx:pt>
          <cx:pt idx="5345">41.974327698518557</cx:pt>
          <cx:pt idx="5346">73.055215494870808</cx:pt>
          <cx:pt idx="5347">32.056276356775399</cx:pt>
          <cx:pt idx="5348">53.493042228243091</cx:pt>
          <cx:pt idx="5349">32.753886435740881</cx:pt>
          <cx:pt idx="5350">56.567329257925522</cx:pt>
          <cx:pt idx="5351">44.803487100842105</cx:pt>
          <cx:pt idx="5352">41.852304688577767</cx:pt>
          <cx:pt idx="5353">67.609414707481989</cx:pt>
          <cx:pt idx="5354">75.123370286616833</cx:pt>
          <cx:pt idx="5355">52.775405167815862</cx:pt>
          <cx:pt idx="5356">50.105819295527809</cx:pt>
          <cx:pt idx="5357">35.084354819816895</cx:pt>
          <cx:pt idx="5358">44.890165465510698</cx:pt>
          <cx:pt idx="5359">59.574299894409805</cx:pt>
          <cx:pt idx="5360">41.135172463588759</cx:pt>
          <cx:pt idx="5361">44.357987263381716</cx:pt>
          <cx:pt idx="5362">59.979081407935432</cx:pt>
          <cx:pt idx="5363">43.67151768700689</cx:pt>
          <cx:pt idx="5364">50.016875936345869</cx:pt>
          <cx:pt idx="5365">37.593149167824876</cx:pt>
          <cx:pt idx="5366">55.107608287151599</cx:pt>
          <cx:pt idx="5367">52.381489699579774</cx:pt>
          <cx:pt idx="5368">37.115555815293945</cx:pt>
          <cx:pt idx="5369">42.030988913706643</cx:pt>
          <cx:pt idx="5370">38.057974115248925</cx:pt>
          <cx:pt idx="5371">43.726578606792515</cx:pt>
          <cx:pt idx="5372">41.076894325115084</cx:pt>
          <cx:pt idx="5373">41.396776307344325</cx:pt>
          <cx:pt idx="5374">53.131727316757413</cx:pt>
          <cx:pt idx="5375">53.497482639020717</cx:pt>
          <cx:pt idx="5376">48.720413054676243</cx:pt>
          <cx:pt idx="5377">39.260848768873892</cx:pt>
          <cx:pt idx="5378">41.154192338837582</cx:pt>
          <cx:pt idx="5379">62.820972405058654</cx:pt>
          <cx:pt idx="5380">43.328559029280392</cx:pt>
          <cx:pt idx="5381">50.530764733928777</cx:pt>
          <cx:pt idx="5382">57.778025592158109</cx:pt>
          <cx:pt idx="5383">62.56821751671157</cx:pt>
          <cx:pt idx="5384">62.590062658804449</cx:pt>
          <cx:pt idx="5385">38.032571720245386</cx:pt>
          <cx:pt idx="5386">50.723644988075115</cx:pt>
          <cx:pt idx="5387">43.685026749074559</cx:pt>
          <cx:pt idx="5388">55.486293031203211</cx:pt>
          <cx:pt idx="5389">44.468249070108946</cx:pt>
          <cx:pt idx="5390">50.145863680796701</cx:pt>
          <cx:pt idx="5391">74.015407149131732</cx:pt>
          <cx:pt idx="5392">33.08990668988983</cx:pt>
          <cx:pt idx="5393">44.487414307289711</cx:pt>
          <cx:pt idx="5394">44.226812998888747</cx:pt>
          <cx:pt idx="5395">52.568416397907718</cx:pt>
          <cx:pt idx="5396">39.453628763832725</cx:pt>
          <cx:pt idx="5397">52.87763685130674</cx:pt>
          <cx:pt idx="5398">68.010675311254957</cx:pt>
          <cx:pt idx="5399">60.515163535642145</cx:pt>
          <cx:pt idx="5400">53.744289585887643</cx:pt>
          <cx:pt idx="5401">63.946552539705152</cx:pt>
          <cx:pt idx="5402">59.435436656364615</cx:pt>
          <cx:pt idx="5403">62.275460216688231</cx:pt>
          <cx:pt idx="5404">33.287949986400115</cx:pt>
          <cx:pt idx="5405">54.6878906038907</cx:pt>
          <cx:pt idx="5406">52.226768405791667</cx:pt>
          <cx:pt idx="5407">62.853180898142895</cx:pt>
          <cx:pt idx="5408">60.702025899929872</cx:pt>
          <cx:pt idx="5409">33.509567928867867</cx:pt>
          <cx:pt idx="5410">56.721824413190781</cx:pt>
          <cx:pt idx="5411">49.556753229726468</cx:pt>
          <cx:pt idx="5412">62.52626982249663</cx:pt>
          <cx:pt idx="5413">39.152591441820647</cx:pt>
          <cx:pt idx="5414">43.283853583351984</cx:pt>
          <cx:pt idx="5415">46.392298020181045</cx:pt>
          <cx:pt idx="5416">47.471115274594808</cx:pt>
          <cx:pt idx="5417">53.791903904618692</cx:pt>
          <cx:pt idx="5418">54.073698143033134</cx:pt>
          <cx:pt idx="5419">60.850733632524019</cx:pt>
          <cx:pt idx="5420">58.950241532849823</cx:pt>
          <cx:pt idx="5421">57.660608111472776</cx:pt>
          <cx:pt idx="5422">53.468766410647291</cx:pt>
          <cx:pt idx="5423">43.656682220804917</cx:pt>
          <cx:pt idx="5424">48.093720289862013</cx:pt>
          <cx:pt idx="5425">44.674483858187102</cx:pt>
          <cx:pt idx="5426">43.153554381799381</cx:pt>
          <cx:pt idx="5427">47.875818332013409</cx:pt>
          <cx:pt idx="5428">48.278560743454712</cx:pt>
          <cx:pt idx="5429">39.976465742691033</cx:pt>
          <cx:pt idx="5430">39.273563222235808</cx:pt>
          <cx:pt idx="5431">44.909316510979636</cx:pt>
          <cx:pt idx="5432">46.676054163141714</cx:pt>
          <cx:pt idx="5433">56.355882492331077</cx:pt>
          <cx:pt idx="5434">27.060433703516722</cx:pt>
          <cx:pt idx="5435">66.762705847084575</cx:pt>
          <cx:pt idx="5436">52.256190228176862</cx:pt>
          <cx:pt idx="5437">62.29085528513545</cx:pt>
          <cx:pt idx="5438">52.434803345572043</cx:pt>
          <cx:pt idx="5439">46.84093623903604</cx:pt>
          <cx:pt idx="5440">55.5984799584336</cx:pt>
          <cx:pt idx="5441">50.372176250426769</cx:pt>
          <cx:pt idx="5442">51.613577623153489</cx:pt>
          <cx:pt idx="5443">39.088756790137253</cx:pt>
          <cx:pt idx="5444">66.19804162686728</cx:pt>
          <cx:pt idx="5445">59.508229467208139</cx:pt>
          <cx:pt idx="5446">41.84263237824581</cx:pt>
          <cx:pt idx="5447">45.950646543158797</cx:pt>
          <cx:pt idx="5448">39.743604482649587</cx:pt>
          <cx:pt idx="5449">51.264991422463844</cx:pt>
          <cx:pt idx="5450">39.46643528807796</cx:pt>
          <cx:pt idx="5451">73.933748294059825</cx:pt>
          <cx:pt idx="5452">53.04650856423261</cx:pt>
          <cx:pt idx="5453">36.476372199162839</cx:pt>
          <cx:pt idx="5454">47.967894785212259</cx:pt>
          <cx:pt idx="5455">50.555953509581549</cx:pt>
          <cx:pt idx="5456">82.336797085717023</cx:pt>
          <cx:pt idx="5457">52.26402886941225</cx:pt>
          <cx:pt idx="5458">58.124730081837484</cx:pt>
          <cx:pt idx="5459">39.784302967954659</cx:pt>
          <cx:pt idx="5460">62.410334978505702</cx:pt>
          <cx:pt idx="5461">42.448157572617859</cx:pt>
          <cx:pt idx="5462">58.31802467355493</cx:pt>
          <cx:pt idx="5463">41.323777924586942</cx:pt>
          <cx:pt idx="5464">47.906299325415397</cx:pt>
          <cx:pt idx="5465">55.753952184636418</cx:pt>
          <cx:pt idx="5466">59.045370404992717</cx:pt>
          <cx:pt idx="5467">47.127551361572088</cx:pt>
          <cx:pt idx="5468">59.469819706184957</cx:pt>
          <cx:pt idx="5469">41.095368639980492</cx:pt>
          <cx:pt idx="5470">40.976874459993986</cx:pt>
          <cx:pt idx="5471">53.117948423382543</cx:pt>
          <cx:pt idx="5472">63.505198422913097</cx:pt>
          <cx:pt idx="5473">43.306535936469764</cx:pt>
          <cx:pt idx="5474">47.174545519635188</cx:pt>
          <cx:pt idx="5475">51.91016561554035</cx:pt>
          <cx:pt idx="5476">57.825160381574349</cx:pt>
          <cx:pt idx="5477">36.825326874457467</cx:pt>
          <cx:pt idx="5478">59.984305311969791</cx:pt>
          <cx:pt idx="5479">48.707791048402278</cx:pt>
          <cx:pt idx="5480">35.49394343830788</cx:pt>
          <cx:pt idx="5481">51.521146757195098</cx:pt>
          <cx:pt idx="5482">59.768854752003499</cx:pt>
          <cx:pt idx="5483">50.117760427279308</cx:pt>
          <cx:pt idx="5484">44.542385978718983</cx:pt>
          <cx:pt idx="5485">51.814172595967285</cx:pt>
          <cx:pt idx="5486">41.111082969891179</cx:pt>
          <cx:pt idx="5487">52.984885609707085</cx:pt>
          <cx:pt idx="5488">62.34203775207115</cx:pt>
          <cx:pt idx="5489">53.129893112867066</cx:pt>
          <cx:pt idx="5490">60.497639088351391</cx:pt>
          <cx:pt idx="5491">55.665992025406979</cx:pt>
          <cx:pt idx="5492">57.655538703031709</cx:pt>
          <cx:pt idx="5493">68.439402763235421</cx:pt>
          <cx:pt idx="5494">63.438572534308207</cx:pt>
          <cx:pt idx="5495">44.119331969563881</cx:pt>
          <cx:pt idx="5496">55.678768132216021</cx:pt>
          <cx:pt idx="5497">60.644958096821362</cx:pt>
          <cx:pt idx="5498">54.694328768173364</cx:pt>
          <cx:pt idx="5499">50.046486391769918</cx:pt>
          <cx:pt idx="5500">29.948709609174017</cx:pt>
          <cx:pt idx="5501">53.137449076932647</cx:pt>
          <cx:pt idx="5502">47.940853439923359</cx:pt>
          <cx:pt idx="5503">58.069537664455694</cx:pt>
          <cx:pt idx="5504">40.651446785228657</cx:pt>
          <cx:pt idx="5505">43.290162457813452</cx:pt>
          <cx:pt idx="5506">54.020598463632624</cx:pt>
          <cx:pt idx="5507">51.939232519149456</cx:pt>
          <cx:pt idx="5508">64.01303685041826</cx:pt>
          <cx:pt idx="5509">59.805124030936653</cx:pt>
          <cx:pt idx="5510">55.483764990543506</cx:pt>
          <cx:pt idx="5511">37.775966072782317</cx:pt>
          <cx:pt idx="5512">58.349754833156268</cx:pt>
          <cx:pt idx="5513">46.01341296814963</cx:pt>
          <cx:pt idx="5514">48.555659360885343</cx:pt>
          <cx:pt idx="5515">46.07868147311865</cx:pt>
          <cx:pt idx="5516">56.523709055827901</cx:pt>
          <cx:pt idx="5517">60.783914253416626</cx:pt>
          <cx:pt idx="5518">47.49676102149224</cx:pt>
          <cx:pt idx="5519">39.181463029109977</cx:pt>
          <cx:pt idx="5520">56.810665465383174</cx:pt>
          <cx:pt idx="5521">30.246104619929088</cx:pt>
          <cx:pt idx="5522">62.800572539488577</cx:pt>
          <cx:pt idx="5523">67.110103949630258</cx:pt>
          <cx:pt idx="5524">53.977449952191627</cx:pt>
          <cx:pt idx="5525">51.178369397422848</cx:pt>
          <cx:pt idx="5526">37.415441613492902</cx:pt>
          <cx:pt idx="5527">61.694579764429172</cx:pt>
          <cx:pt idx="5528">46.450170494534234</cx:pt>
          <cx:pt idx="5529">28.412498720893268</cx:pt>
          <cx:pt idx="5530">39.401117924934141</cx:pt>
          <cx:pt idx="5531">40.922006908524253</cx:pt>
          <cx:pt idx="5532">59.755754692654328</cx:pt>
          <cx:pt idx="5533">61.124910926174564</cx:pt>
          <cx:pt idx="5534">61.328491762319317</cx:pt>
          <cx:pt idx="5535">42.52435281312809</cx:pt>
          <cx:pt idx="5536">58.715760886381759</cx:pt>
          <cx:pt idx="5537">58.664108082889733</cx:pt>
          <cx:pt idx="5538">36.184346906242489</cx:pt>
          <cx:pt idx="5539">42.155334994081322</cx:pt>
          <cx:pt idx="5540">68.306151110565906</cx:pt>
          <cx:pt idx="5541">30.376853618087438</cx:pt>
          <cx:pt idx="5542">63.581044367258926</cx:pt>
          <cx:pt idx="5543">42.755717688520555</cx:pt>
          <cx:pt idx="5544">71.665934821282434</cx:pt>
          <cx:pt idx="5545">51.471251725873643</cx:pt>
          <cx:pt idx="5546">30.403095069641239</cx:pt>
          <cx:pt idx="5547">43.561070630901582</cx:pt>
          <cx:pt idx="5548">43.922173829178057</cx:pt>
          <cx:pt idx="5549">38.569115126394777</cx:pt>
          <cx:pt idx="5550">52.336522886908497</cx:pt>
          <cx:pt idx="5551">67.495890285685363</cx:pt>
          <cx:pt idx="5552">40.401677145311645</cx:pt>
          <cx:pt idx="5553">39.068651418218252</cx:pt>
          <cx:pt idx="5554">37.58945147375271</cx:pt>
          <cx:pt idx="5555">53.247854281704939</cx:pt>
          <cx:pt idx="5556">49.460099293837565</cx:pt>
          <cx:pt idx="5557">56.321906438880887</cx:pt>
          <cx:pt idx="5558">35.545185515165549</cx:pt>
          <cx:pt idx="5559">53.42303083974182</cx:pt>
          <cx:pt idx="5560">43.786584262674282</cx:pt>
          <cx:pt idx="5561">61.42274135258063</cx:pt>
          <cx:pt idx="5562">43.845747655870184</cx:pt>
          <cx:pt idx="5563">60.006235922689413</cx:pt>
          <cx:pt idx="5564">38.849169089384837</cx:pt>
          <cx:pt idx="5565">40.085278533027498</cx:pt>
          <cx:pt idx="5566">50.317593417522488</cx:pt>
          <cx:pt idx="5567">47.462048745925124</cx:pt>
          <cx:pt idx="5568">29.818571517820331</cx:pt>
          <cx:pt idx="5569">46.90344978435769</cx:pt>
          <cx:pt idx="5570">54.099902190099428</cx:pt>
          <cx:pt idx="5571">41.096224260819987</cx:pt>
          <cx:pt idx="5572">45.948694936164436</cx:pt>
          <cx:pt idx="5573">56.202118463204876</cx:pt>
          <cx:pt idx="5574">54.607710295889021</cx:pt>
          <cx:pt idx="5575">53.370438434416968</cx:pt>
          <cx:pt idx="5576">49.585540893811583</cx:pt>
          <cx:pt idx="5577">50.751789072998498</cx:pt>
          <cx:pt idx="5578">28.577072309862391</cx:pt>
          <cx:pt idx="5579">38.496816894653129</cx:pt>
          <cx:pt idx="5580">47.116771818112099</cx:pt>
          <cx:pt idx="5581">38.297848833717879</cx:pt>
          <cx:pt idx="5582">38.179519610819042</cx:pt>
          <cx:pt idx="5583">49.094317592786425</cx:pt>
          <cx:pt idx="5584">51.352232355078449</cx:pt>
          <cx:pt idx="5585">54.637436163094016</cx:pt>
          <cx:pt idx="5586">49.511784420857886</cx:pt>
          <cx:pt idx="5587">62.370839104274168</cx:pt>
          <cx:pt idx="5588">24.075881815435057</cx:pt>
          <cx:pt idx="5589">52.57861494816521</cx:pt>
          <cx:pt idx="5590">50.66082169732109</cx:pt>
          <cx:pt idx="5591">43.116597442144943</cx:pt>
          <cx:pt idx="5592">46.176101916566409</cx:pt>
          <cx:pt idx="5593">43.468562304725282</cx:pt>
          <cx:pt idx="5594">47.919914225503142</cx:pt>
          <cx:pt idx="5595">51.610004344865963</cx:pt>
          <cx:pt idx="5596">54.45274947242909</cx:pt>
          <cx:pt idx="5597">56.765802742046858</cx:pt>
          <cx:pt idx="5598">46.219753537246035</cx:pt>
          <cx:pt idx="5599">57.195832447106405</cx:pt>
          <cx:pt idx="5600">53.868004894707447</cx:pt>
          <cx:pt idx="5601">55.225868449271104</cx:pt>
          <cx:pt idx="5602">54.263945952429793</cx:pt>
          <cx:pt idx="5603">46.201844016663145</cx:pt>
          <cx:pt idx="5604">44.58552582392209</cx:pt>
          <cx:pt idx="5605">67.649491711804501</cx:pt>
          <cx:pt idx="5606">35.602395982054233</cx:pt>
          <cx:pt idx="5607">36.02127892734741</cx:pt>
          <cx:pt idx="5608">55.336106688331228</cx:pt>
          <cx:pt idx="5609">34.67445498088928</cx:pt>
          <cx:pt idx="5610">40.846843982714248</cx:pt>
          <cx:pt idx="5611">47.007479425177436</cx:pt>
          <cx:pt idx="5612">62.549166776646643</cx:pt>
          <cx:pt idx="5613">56.940542421845144</cx:pt>
          <cx:pt idx="5614">37.577687066796685</cx:pt>
          <cx:pt idx="5615">50.716040101782959</cx:pt>
          <cx:pt idx="5616">33.944831535406649</cx:pt>
          <cx:pt idx="5617">66.22644502183087</cx:pt>
          <cx:pt idx="5618">56.018128439879824</cx:pt>
          <cx:pt idx="5619">58.601118878295182</cx:pt>
          <cx:pt idx="5620">51.36069552063622</cx:pt>
          <cx:pt idx="5621">45.797614402751222</cx:pt>
          <cx:pt idx="5622">35.619298542976757</cx:pt>
          <cx:pt idx="5623">53.298005599541291</cx:pt>
          <cx:pt idx="5624">44.302876243455316</cx:pt>
          <cx:pt idx="5625">42.290018813044739</cx:pt>
          <cx:pt idx="5626">33.497549013974179</cx:pt>
          <cx:pt idx="5627">43.022123559593084</cx:pt>
          <cx:pt idx="5628">58.20782346570514</cx:pt>
          <cx:pt idx="5629">65.215555234435044</cx:pt>
          <cx:pt idx="5630">46.602351678447114</cx:pt>
          <cx:pt idx="5631">47.01488152174705</cx:pt>
          <cx:pt idx="5632">42.078253420305643</cx:pt>
          <cx:pt idx="5633">38.749478524446495</cx:pt>
          <cx:pt idx="5634">49.058748483277292</cx:pt>
          <cx:pt idx="5635">48.949027515171025</cx:pt>
          <cx:pt idx="5636">32.554645907741715</cx:pt>
          <cx:pt idx="5637">57.412313434391571</cx:pt>
          <cx:pt idx="5638">54.523427560149834</cx:pt>
          <cx:pt idx="5639">53.047690013998114</cx:pt>
          <cx:pt idx="5640">43.048003746549398</cx:pt>
          <cx:pt idx="5641">42.960440973249604</cx:pt>
          <cx:pt idx="5642">53.244463333588754</cx:pt>
          <cx:pt idx="5643">45.986714747105069</cx:pt>
          <cx:pt idx="5644">31.039683555941085</cx:pt>
          <cx:pt idx="5645">60.678940275138658</cx:pt>
          <cx:pt idx="5646">51.477952823247904</cx:pt>
          <cx:pt idx="5647">42.983503737432805</cx:pt>
          <cx:pt idx="5648">53.716575173682315</cx:pt>
          <cx:pt idx="5649">49.338999589098222</cx:pt>
          <cx:pt idx="5650">57.843300861640508</cx:pt>
          <cx:pt idx="5651">63.061453519688129</cx:pt>
          <cx:pt idx="5652">61.803213399478729</cx:pt>
          <cx:pt idx="5653">65.972648811627252</cx:pt>
          <cx:pt idx="5654">34.807490558649867</cx:pt>
          <cx:pt idx="5655">40.420187590875649</cx:pt>
          <cx:pt idx="5656">57.782273706673251</cx:pt>
          <cx:pt idx="5657">64.911474058568615</cx:pt>
          <cx:pt idx="5658">39.605330711490389</cx:pt>
          <cx:pt idx="5659">54.410308681731941</cx:pt>
          <cx:pt idx="5660">59.727211098092631</cx:pt>
          <cx:pt idx="5661">63.976791704208956</cx:pt>
          <cx:pt idx="5662">61.353786521607688</cx:pt>
          <cx:pt idx="5663">65.684651388056125</cx:pt>
          <cx:pt idx="5664">58.421074889226951</cx:pt>
          <cx:pt idx="5665">37.074619720086616</cx:pt>
          <cx:pt idx="5666">34.967522836921319</cx:pt>
          <cx:pt idx="5667">45.54936651790031</cx:pt>
          <cx:pt idx="5668">53.164805195413173</cx:pt>
          <cx:pt idx="5669">44.026556413100522</cx:pt>
          <cx:pt idx="5670">49.096854257733206</cx:pt>
          <cx:pt idx="5671">36.517380755222263</cx:pt>
          <cx:pt idx="5672">44.683038890733542</cx:pt>
          <cx:pt idx="5673">60.766779901625448</cx:pt>
          <cx:pt idx="5674">51.48674656312842</cx:pt>
          <cx:pt idx="5675">44.446143446107179</cx:pt>
          <cx:pt idx="5676">38.567963904592261</cx:pt>
          <cx:pt idx="5677">45.545583244452011</cx:pt>
          <cx:pt idx="5678">53.339990609640999</cx:pt>
          <cx:pt idx="5679">42.079478500037382</cx:pt>
          <cx:pt idx="5680">70.757198860085197</cx:pt>
          <cx:pt idx="5681">50.906989364827275</cx:pt>
          <cx:pt idx="5682">33.288720201656055</cx:pt>
          <cx:pt idx="5683">31.267689118434653</cx:pt>
          <cx:pt idx="5684">53.205997444367434</cx:pt>
          <cx:pt idx="5685">65.324867810931408</cx:pt>
          <cx:pt idx="5686">52.723710010107197</cx:pt>
          <cx:pt idx="5687">45.773212814083315</cx:pt>
          <cx:pt idx="5688">60.515891825874384</cx:pt>
          <cx:pt idx="5689">61.537649309692313</cx:pt>
          <cx:pt idx="5690">43.083426460884638</cx:pt>
          <cx:pt idx="5691">54.581334846285948</cx:pt>
          <cx:pt idx="5692">59.119733894716688</cx:pt>
          <cx:pt idx="5693">47.556829054284613</cx:pt>
          <cx:pt idx="5694">49.448306237290048</cx:pt>
          <cx:pt idx="5695">57.140256572732802</cx:pt>
          <cx:pt idx="5696">49.961945736874775</cx:pt>
          <cx:pt idx="5697">64.377807406070843</cx:pt>
          <cx:pt idx="5698">45.250274855384987</cx:pt>
          <cx:pt idx="5699">53.737249340847832</cx:pt>
          <cx:pt idx="5700">32.233637971092698</cx:pt>
          <cx:pt idx="5701">57.682198758874669</cx:pt>
          <cx:pt idx="5702">57.460044099723454</cx:pt>
          <cx:pt idx="5703">54.752154124204175</cx:pt>
          <cx:pt idx="5704">50.366995273738837</cx:pt>
          <cx:pt idx="5705">34.02709447625287</cx:pt>
          <cx:pt idx="5706">51.322908933562701</cx:pt>
          <cx:pt idx="5707">44.239128451341593</cx:pt>
          <cx:pt idx="5708">41.403148202232764</cx:pt>
          <cx:pt idx="5709">37.888456004496987</cx:pt>
          <cx:pt idx="5710">56.074724410123103</cx:pt>
          <cx:pt idx="5711">58.908614246385291</cx:pt>
          <cx:pt idx="5712">70.076553861967</cx:pt>
          <cx:pt idx="5713">52.794345503612654</cx:pt>
          <cx:pt idx="5714">55.565927928944049</cx:pt>
          <cx:pt idx="5715">39.502637307245728</cx:pt>
          <cx:pt idx="5716">32.489229837662023</cx:pt>
          <cx:pt idx="5717">62.76445922719644</cx:pt>
          <cx:pt idx="5718">49.704257858211847</cx:pt>
          <cx:pt idx="5719">52.536915459960134</cx:pt>
          <cx:pt idx="5720">44.515337406567077</cx:pt>
          <cx:pt idx="5721">52.547077121925071</cx:pt>
          <cx:pt idx="5722">35.989275215343994</cx:pt>
          <cx:pt idx="5723">62.251488213273774</cx:pt>
          <cx:pt idx="5724">71.382305514187252</cx:pt>
          <cx:pt idx="5725">49.226876566860817</cx:pt>
          <cx:pt idx="5726">21.495370833863614</cx:pt>
          <cx:pt idx="5727">39.488433261916725</cx:pt>
          <cx:pt idx="5728">43.93857399321076</cx:pt>
          <cx:pt idx="5729">40.159087906541401</cx:pt>
          <cx:pt idx="5730">43.300348333300732</cx:pt>
          <cx:pt idx="5731">37.888964515275376</cx:pt>
          <cx:pt idx="5732">41.288257378741527</cx:pt>
          <cx:pt idx="5733">47.446394299660909</cx:pt>
          <cx:pt idx="5734">37.270569840462308</cx:pt>
          <cx:pt idx="5735">45.830138704239644</cx:pt>
          <cx:pt idx="5736">41.606779620442012</cx:pt>
          <cx:pt idx="5737">42.239190461216438</cx:pt>
          <cx:pt idx="5738">52.947790188218782</cx:pt>
          <cx:pt idx="5739">61.225227761945447</cx:pt>
          <cx:pt idx="5740">33.117016250068424</cx:pt>
          <cx:pt idx="5741">69.7273281640025</cx:pt>
          <cx:pt idx="5742">46.792745265626941</cx:pt>
          <cx:pt idx="5743">44.296973946291487</cx:pt>
          <cx:pt idx="5744">48.146565210884788</cx:pt>
          <cx:pt idx="5745">50.990878199816926</cx:pt>
          <cx:pt idx="5746">51.249074666928323</cx:pt>
          <cx:pt idx="5747">29.614196222829715</cx:pt>
          <cx:pt idx="5748">56.20701437113258</cx:pt>
          <cx:pt idx="5749">61.443921439992138</cx:pt>
          <cx:pt idx="5750">46.85502548457017</cx:pt>
          <cx:pt idx="5751">42.877422448588646</cx:pt>
          <cx:pt idx="5752">55.972586358121774</cx:pt>
          <cx:pt idx="5753">47.399612047226569</cx:pt>
          <cx:pt idx="5754">46.520874904440745</cx:pt>
          <cx:pt idx="5755">57.761540548026687</cx:pt>
          <cx:pt idx="5756">62.177319486461577</cx:pt>
          <cx:pt idx="5757">52.002644825609792</cx:pt>
          <cx:pt idx="5758">76.395628728162876</cx:pt>
          <cx:pt idx="5759">38.560280105778666</cx:pt>
          <cx:pt idx="5760">44.406182431672512</cx:pt>
          <cx:pt idx="5761">62.287694934468576</cx:pt>
          <cx:pt idx="5762">40.725250348161424</cx:pt>
          <cx:pt idx="5763">54.016170072577509</cx:pt>
          <cx:pt idx="5764">63.332021130203771</cx:pt>
          <cx:pt idx="5765">55.952463100112539</cx:pt>
          <cx:pt idx="5766">42.990879401022148</cx:pt>
          <cx:pt idx="5767">56.59861873072294</cx:pt>
          <cx:pt idx="5768">58.15814890520214</cx:pt>
          <cx:pt idx="5769">50.024651767787006</cx:pt>
          <cx:pt idx="5770">71.896498510502838</cx:pt>
          <cx:pt idx="5771">63.443082481162207</cx:pt>
          <cx:pt idx="5772">58.48086488748919</cx:pt>
          <cx:pt idx="5773">41.369998839662827</cx:pt>
          <cx:pt idx="5774">61.234500604751254</cx:pt>
          <cx:pt idx="5775">42.943358543322709</cx:pt>
          <cx:pt idx="5776">61.015127020988274</cx:pt>
          <cx:pt idx="5777">54.604091470897139</cx:pt>
          <cx:pt idx="5778">57.87117901612325</cx:pt>
          <cx:pt idx="5779">37.616701188498993</cx:pt>
          <cx:pt idx="5780">38.931162812873666</cx:pt>
          <cx:pt idx="5781">52.480699794495344</cx:pt>
          <cx:pt idx="5782">53.474467721158241</cx:pt>
          <cx:pt idx="5783">62.390132727458422</cx:pt>
          <cx:pt idx="5784">39.221156495920148</cx:pt>
          <cx:pt idx="5785">47.555079813861354</cx:pt>
          <cx:pt idx="5786">75.646729955175658</cx:pt>
          <cx:pt idx="5787">48.434206717033007</cx:pt>
          <cx:pt idx="5788">44.01807315389874</cx:pt>
          <cx:pt idx="5789">43.408635633098292</cx:pt>
          <cx:pt idx="5790">37.693961233671409</cx:pt>
          <cx:pt idx="5791">48.586762419394908</cx:pt>
          <cx:pt idx="5792">54.945392822207118</cx:pt>
          <cx:pt idx="5793">51.674289319869899</cx:pt>
          <cx:pt idx="5794">45.71325059709271</cx:pt>
          <cx:pt idx="5795">58.888918137193507</cx:pt>
          <cx:pt idx="5796">46.193014906152463</cx:pt>
          <cx:pt idx="5797">68.611575410428358</cx:pt>
          <cx:pt idx="5798">56.824986155298838</cx:pt>
          <cx:pt idx="5799">56.843297091485724</cx:pt>
          <cx:pt idx="5800">47.144583071991391</cx:pt>
          <cx:pt idx="5801">38.222358595944236</cx:pt>
          <cx:pt idx="5802">27.578239603058911</cx:pt>
          <cx:pt idx="5803">69.816475628605232</cx:pt>
          <cx:pt idx="5804">66.13768844569347</cx:pt>
          <cx:pt idx="5805">34.484582936565587</cx:pt>
          <cx:pt idx="5806">53.001432666032365</cx:pt>
          <cx:pt idx="5807">47.255496399033809</cx:pt>
          <cx:pt idx="5808">59.783060800703659</cx:pt>
          <cx:pt idx="5809">75.233935456378518</cx:pt>
          <cx:pt idx="5810">53.696057543987493</cx:pt>
          <cx:pt idx="5811">40.747169529991801</cx:pt>
          <cx:pt idx="5812">44.040299065109494</cx:pt>
          <cx:pt idx="5813">47.843049500861767</cx:pt>
          <cx:pt idx="5814">36.064103271366534</cx:pt>
          <cx:pt idx="5815">62.207803674567359</cx:pt>
          <cx:pt idx="5816">48.357379036092411</cx:pt>
          <cx:pt idx="5817">43.665579893372367</cx:pt>
          <cx:pt idx="5818">57.196574448098858</cx:pt>
          <cx:pt idx="5819">67.073777384384783</cx:pt>
          <cx:pt idx="5820">41.700902020465691</cx:pt>
          <cx:pt idx="5821">57.312235042229773</cx:pt>
          <cx:pt idx="5822">37.989252701591852</cx:pt>
          <cx:pt idx="5823">48.334461424083337</cx:pt>
          <cx:pt idx="5824">31.765366431012158</cx:pt>
          <cx:pt idx="5825">28.614396256583873</cx:pt>
          <cx:pt idx="5826">52.408082485225336</cx:pt>
          <cx:pt idx="5827">40.273014530178358</cx:pt>
          <cx:pt idx="5828">68.68662221588805</cx:pt>
          <cx:pt idx="5829">54.353965985007136</cx:pt>
          <cx:pt idx="5830">52.712250186829905</cx:pt>
          <cx:pt idx="5831">34.146812629055162</cx:pt>
          <cx:pt idx="5832">49.902685875706332</cx:pt>
          <cx:pt idx="5833">63.639691219208025</cx:pt>
          <cx:pt idx="5834">52.317352231723419</cx:pt>
          <cx:pt idx="5835">58.104563523406199</cx:pt>
          <cx:pt idx="5836">51.210516848922836</cx:pt>
          <cx:pt idx="5837">46.584930183620244</cx:pt>
          <cx:pt idx="5838">40.712093291796634</cx:pt>
          <cx:pt idx="5839">51.52777355840319</cx:pt>
          <cx:pt idx="5840">34.872318802997476</cx:pt>
          <cx:pt idx="5841">36.831640685995801</cx:pt>
          <cx:pt idx="5842">36.570429210600338</cx:pt>
          <cx:pt idx="5843">47.291467140967875</cx:pt>
          <cx:pt idx="5844">77.86119795814507</cx:pt>
          <cx:pt idx="5845">48.398320598150754</cx:pt>
          <cx:pt idx="5846">49.991342055519141</cx:pt>
          <cx:pt idx="5847">71.741742035190796</cx:pt>
          <cx:pt idx="5848">52.549401000756603</cx:pt>
          <cx:pt idx="5849">63.216771552471485</cx:pt>
          <cx:pt idx="5850">46.131930263867879</cx:pt>
          <cx:pt idx="5851">65.554723029139012</cx:pt>
          <cx:pt idx="5852">42.744599225347841</cx:pt>
          <cx:pt idx="5853">46.247689127004499</cx:pt>
          <cx:pt idx="5854">59.065002503075185</cx:pt>
          <cx:pt idx="5855">60.06635568294201</cx:pt>
          <cx:pt idx="5856">62.072782803943433</cx:pt>
          <cx:pt idx="5857">52.663456927126695</cx:pt>
          <cx:pt idx="5858">52.410788295294822</cx:pt>
          <cx:pt idx="5859">22.895164926634564</cx:pt>
          <cx:pt idx="5860">59.535267172549439</cx:pt>
          <cx:pt idx="5861">43.039978843655973</cx:pt>
          <cx:pt idx="5862">55.357916044586311</cx:pt>
          <cx:pt idx="5863">52.695919118258196</cx:pt>
          <cx:pt idx="5864">68.301170844179325</cx:pt>
          <cx:pt idx="5865">47.444815943874069</cx:pt>
          <cx:pt idx="5866">70.613456378635732</cx:pt>
          <cx:pt idx="5867">36.284767003323182</cx:pt>
          <cx:pt idx="5868">49.044706346316531</cx:pt>
          <cx:pt idx="5869">52.54741821593219</cx:pt>
          <cx:pt idx="5870">42.728140166214423</cx:pt>
          <cx:pt idx="5871">50.522698306842642</cx:pt>
          <cx:pt idx="5872">35.983190550023522</cx:pt>
          <cx:pt idx="5873">59.450838994558232</cx:pt>
          <cx:pt idx="5874">45.242215417146966</cx:pt>
          <cx:pt idx="5875">49.771315365645954</cx:pt>
          <cx:pt idx="5876">59.103446138357299</cx:pt>
          <cx:pt idx="5877">49.959476718788167</cx:pt>
          <cx:pt idx="5878">41.738024580718715</cx:pt>
          <cx:pt idx="5879">65.520103864683279</cx:pt>
          <cx:pt idx="5880">56.959564304181484</cx:pt>
          <cx:pt idx="5881">49.863344452910731</cx:pt>
          <cx:pt idx="5882">56.549909578751084</cx:pt>
          <cx:pt idx="5883">68.532804707292115</cx:pt>
          <cx:pt idx="5884">62.925613093051354</cx:pt>
          <cx:pt idx="5885">41.86558246131024</cx:pt>
          <cx:pt idx="5886">57.60941896609642</cx:pt>
          <cx:pt idx="5887">44.062995532733972</cx:pt>
          <cx:pt idx="5888">44.947172065128079</cx:pt>
          <cx:pt idx="5889">47.355698490383318</cx:pt>
          <cx:pt idx="5890">47.649216059990636</cx:pt>
          <cx:pt idx="5891">52.462965003527181</cx:pt>
          <cx:pt idx="5892">53.738058279429595</cx:pt>
          <cx:pt idx="5893">48.257861841621548</cx:pt>
          <cx:pt idx="5894">51.627978628064881</cx:pt>
          <cx:pt idx="5895">66.929668030225685</cx:pt>
          <cx:pt idx="5896">47.877517179529193</cx:pt>
          <cx:pt idx="5897">50.828216505503342</cx:pt>
          <cx:pt idx="5898">51.688349701754767</cx:pt>
          <cx:pt idx="5899">46.751848002412991</cx:pt>
          <cx:pt idx="5900">53.362349701810857</cx:pt>
          <cx:pt idx="5901">60.623756359725135</cx:pt>
          <cx:pt idx="5902">52.939679040350853</cx:pt>
          <cx:pt idx="5903">49.723034675165842</cx:pt>
          <cx:pt idx="5904">46.828189141585788</cx:pt>
          <cx:pt idx="5905">46.577870234095805</cx:pt>
          <cx:pt idx="5906">55.018605750113053</cx:pt>
          <cx:pt idx="5907">50.689579349704907</cx:pt>
          <cx:pt idx="5908">52.126244323572593</cx:pt>
          <cx:pt idx="5909">53.761528718525398</cx:pt>
          <cx:pt idx="5910">37.225710652946738</cx:pt>
          <cx:pt idx="5911">61.958647779844213</cx:pt>
          <cx:pt idx="5912">44.768051728563172</cx:pt>
          <cx:pt idx="5913">37.271736758851375</cx:pt>
          <cx:pt idx="5914">46.141261965679554</cx:pt>
          <cx:pt idx="5915">54.536043239379282</cx:pt>
          <cx:pt idx="5916">46.721800714711321</cx:pt>
          <cx:pt idx="5917">51.768158527155521</cx:pt>
          <cx:pt idx="5918">42.760960035596526</cx:pt>
          <cx:pt idx="5919">69.817662609894811</cx:pt>
          <cx:pt idx="5920">47.71861305512914</cx:pt>
          <cx:pt idx="5921">42.489419094911206</cx:pt>
          <cx:pt idx="5922">48.709489825616892</cx:pt>
          <cx:pt idx="5923">42.20577840580048</cx:pt>
          <cx:pt idx="5924">31.313550519337198</cx:pt>
          <cx:pt idx="5925">49.327519599329911</cx:pt>
          <cx:pt idx="5926">51.059450201854126</cx:pt>
          <cx:pt idx="5927">53.499428910612295</cx:pt>
          <cx:pt idx="5928">66.177838307163213</cx:pt>
          <cx:pt idx="5929">47.326867872122847</cx:pt>
          <cx:pt idx="5930">53.562487433488442</cx:pt>
          <cx:pt idx="5931">57.99334374040825</cx:pt>
          <cx:pt idx="5932">52.916437561651392</cx:pt>
          <cx:pt idx="5933">52.430298677895138</cx:pt>
          <cx:pt idx="5934">36.027775255784462</cx:pt>
          <cx:pt idx="5935">42.52498478122147</cx:pt>
          <cx:pt idx="5936">53.817521957643663</cx:pt>
          <cx:pt idx="5937">53.65474889518628</cx:pt>
          <cx:pt idx="5938">48.995899043741936</cx:pt>
          <cx:pt idx="5939">55.167762489661015</cx:pt>
          <cx:pt idx="5940">65.349261966031648</cx:pt>
          <cx:pt idx="5941">56.691480105039872</cx:pt>
          <cx:pt idx="5942">49.054307399573034</cx:pt>
          <cx:pt idx="5943">54.409054444480702</cx:pt>
          <cx:pt idx="5944">57.005532350523787</cx:pt>
          <cx:pt idx="5945">62.703857632945237</cx:pt>
          <cx:pt idx="5946">43.877429579039095</cx:pt>
          <cx:pt idx="5947">52.901956199352462</cx:pt>
          <cx:pt idx="5948">71.264074816233503</cx:pt>
          <cx:pt idx="5949">45.101031316056833</cx:pt>
          <cx:pt idx="5950">46.591858086278556</cx:pt>
          <cx:pt idx="5951">57.854068649677799</cx:pt>
          <cx:pt idx="5952">45.671578862624848</cx:pt>
          <cx:pt idx="5953">54.304539961799996</cx:pt>
          <cx:pt idx="5954">62.272970707665593</cx:pt>
          <cx:pt idx="5955">53.050223491200903</cx:pt>
          <cx:pt idx="5956">33.73102767910747</cx:pt>
          <cx:pt idx="5957">65.874720231233738</cx:pt>
          <cx:pt idx="5958">64.279184928862463</cx:pt>
          <cx:pt idx="5959">55.919243059430158</cx:pt>
          <cx:pt idx="5960">54.575930741288374</cx:pt>
          <cx:pt idx="5961">43.422959330577321</cx:pt>
          <cx:pt idx="5962">48.003182676154644</cx:pt>
          <cx:pt idx="5963">58.303264801361664</cx:pt>
          <cx:pt idx="5964">48.486446425509889</cx:pt>
          <cx:pt idx="5965">43.902208854606066</cx:pt>
          <cx:pt idx="5966">20.137187740897296</cx:pt>
          <cx:pt idx="5967">68.526342155845185</cx:pt>
          <cx:pt idx="5968">65.787403200910518</cx:pt>
          <cx:pt idx="5969">51.651577041105163</cx:pt>
          <cx:pt idx="5970">59.43645959855229</cx:pt>
          <cx:pt idx="5971">64.945152848590993</cx:pt>
          <cx:pt idx="5972">34.645714681110789</cx:pt>
          <cx:pt idx="5973">70.237296067848433</cx:pt>
          <cx:pt idx="5974">65.049654205476088</cx:pt>
          <cx:pt idx="5975">47.501814775442035</cx:pt>
          <cx:pt idx="5976">48.950306249130819</cx:pt>
          <cx:pt idx="5977">52.947142658281876</cx:pt>
          <cx:pt idx="5978">44.122464796185881</cx:pt>
          <cx:pt idx="5979">56.592029224125341</cx:pt>
          <cx:pt idx="5980">52.173756014146214</cx:pt>
          <cx:pt idx="5981">45.983658271306773</cx:pt>
          <cx:pt idx="5982">65.086102980010537</cx:pt>
          <cx:pt idx="5983">52.481173324294673</cx:pt>
          <cx:pt idx="5984">57.626670016931058</cx:pt>
          <cx:pt idx="5985">53.346119837412651</cx:pt>
          <cx:pt idx="5986">27.589537983425704</cx:pt>
          <cx:pt idx="5987">48.287673352700203</cx:pt>
          <cx:pt idx="5988">67.09961315734094</cx:pt>
          <cx:pt idx="5989">52.158049984293925</cx:pt>
          <cx:pt idx="5990">40.933345081901017</cx:pt>
          <cx:pt idx="5991">53.977741302676144</cx:pt>
          <cx:pt idx="5992">47.34496492930959</cx:pt>
          <cx:pt idx="5993">30.923499378194187</cx:pt>
          <cx:pt idx="5994">40.860758831528983</cx:pt>
          <cx:pt idx="5995">33.857748569988132</cx:pt>
          <cx:pt idx="5996">45.700942546636362</cx:pt>
          <cx:pt idx="5997">54.714646344729061</cx:pt>
          <cx:pt idx="5998">49.77957989966778</cx:pt>
          <cx:pt idx="5999">55.218589676649046</cx:pt>
          <cx:pt idx="6000">54.410230773451133</cx:pt>
          <cx:pt idx="6001">44.548244558337117</cx:pt>
          <cx:pt idx="6002">50.181613994179422</cx:pt>
          <cx:pt idx="6003">48.466456551061555</cx:pt>
          <cx:pt idx="6004">39.900142375079881</cx:pt>
          <cx:pt idx="6005">48.860916702383733</cx:pt>
          <cx:pt idx="6006">55.010757021506627</cx:pt>
          <cx:pt idx="6007">43.738309025529077</cx:pt>
          <cx:pt idx="6008">55.529901200718321</cx:pt>
          <cx:pt idx="6009">58.07288305701028</cx:pt>
          <cx:pt idx="6010">47.215654111264882</cx:pt>
          <cx:pt idx="6011">41.834545527312166</cx:pt>
          <cx:pt idx="6012">59.096213864408824</cx:pt>
          <cx:pt idx="6013">45.158357203805338</cx:pt>
          <cx:pt idx="6014">58.915492449514645</cx:pt>
          <cx:pt idx="6015">40.64837237360026</cx:pt>
          <cx:pt idx="6016">45.769644339287609</cx:pt>
          <cx:pt idx="6017">44.574309382859717</cx:pt>
          <cx:pt idx="6018">58.952567911834095</cx:pt>
          <cx:pt idx="6019">52.95974648829624</cx:pt>
          <cx:pt idx="6020">39.478662358004605</cx:pt>
          <cx:pt idx="6021">59.427333895113762</cx:pt>
          <cx:pt idx="6022">41.927114244284724</cx:pt>
          <cx:pt idx="6023">45.555212619933812</cx:pt>
          <cx:pt idx="6024">31.473005215185019</cx:pt>
          <cx:pt idx="6025">44.501712988970922</cx:pt>
          <cx:pt idx="6026">58.07580538945696</cx:pt>
          <cx:pt idx="6027">58.857072845267218</cx:pt>
          <cx:pt idx="6028">60.299401719915082</cx:pt>
          <cx:pt idx="6029">38.649867507811791</cx:pt>
          <cx:pt idx="6030">56.643769711466334</cx:pt>
          <cx:pt idx="6031">53.368833054658083</cx:pt>
          <cx:pt idx="6032">47.840243193494842</cx:pt>
          <cx:pt idx="6033">46.998296995720004</cx:pt>
          <cx:pt idx="6034">47.287195199323143</cx:pt>
          <cx:pt idx="6035">49.325220799593012</cx:pt>
          <cx:pt idx="6036">40.35943104813029</cx:pt>
          <cx:pt idx="6037">49.155010351390345</cx:pt>
          <cx:pt idx="6038">40.597214036512</cx:pt>
          <cx:pt idx="6039">33.308209831180093</cx:pt>
          <cx:pt idx="6040">58.866134320892343</cx:pt>
          <cx:pt idx="6041">54.026697205990047</cx:pt>
          <cx:pt idx="6042">50.712149950810222</cx:pt>
          <cx:pt idx="6043">44.84658040377429</cx:pt>
          <cx:pt idx="6044">48.982293787582726</cx:pt>
          <cx:pt idx="6045">52.916054079576071</cx:pt>
          <cx:pt idx="6046">65.004728171520583</cx:pt>
          <cx:pt idx="6047">65.596939120176842</cx:pt>
          <cx:pt idx="6048">43.350123640145611</cx:pt>
          <cx:pt idx="6049">47.706468970000877</cx:pt>
          <cx:pt idx="6050">57.797642145239152</cx:pt>
          <cx:pt idx="6051">49.359544028011513</cx:pt>
          <cx:pt idx="6052">66.954012236015558</cx:pt>
          <cx:pt idx="6053">61.275660979145343</cx:pt>
          <cx:pt idx="6054">55.833419646097823</cx:pt>
          <cx:pt idx="6055">38.726497869626698</cx:pt>
          <cx:pt idx="6056">64.705225325015277</cx:pt>
          <cx:pt idx="6057">42.270764937444348</cx:pt>
          <cx:pt idx="6058">53.667671196474906</cx:pt>
          <cx:pt idx="6059">65.334820447701105</cx:pt>
          <cx:pt idx="6060">48.513196162306862</cx:pt>
          <cx:pt idx="6061">59.59207986654414</cx:pt>
          <cx:pt idx="6062">36.14417120925134</cx:pt>
          <cx:pt idx="6063">58.275167449327895</cx:pt>
          <cx:pt idx="6064">62.711347723184048</cx:pt>
          <cx:pt idx="6065">54.34387256162303</cx:pt>
          <cx:pt idx="6066">53.584211475610722</cx:pt>
          <cx:pt idx="6067">59.759887934094785</cx:pt>
          <cx:pt idx="6068">51.17685788447897</cx:pt>
          <cx:pt idx="6069">56.13035087202627</cx:pt>
          <cx:pt idx="6070">52.946487773397124</cx:pt>
          <cx:pt idx="6071">63.571632108613883</cx:pt>
          <cx:pt idx="6072">42.836472978217842</cx:pt>
          <cx:pt idx="6073">32.247711511377574</cx:pt>
          <cx:pt idx="6074">56.26514059125406</cx:pt>
          <cx:pt idx="6075">49.34096824599628</cx:pt>
          <cx:pt idx="6076">61.100383300712195</cx:pt>
          <cx:pt idx="6077">47.820331168080003</cx:pt>
          <cx:pt idx="6078">48.732768062080133</cx:pt>
          <cx:pt idx="6079">32.666421752822252</cx:pt>
          <cx:pt idx="6080">37.232301177422791</cx:pt>
          <cx:pt idx="6081">62.999406700218273</cx:pt>
          <cx:pt idx="6082">33.729504865872791</cx:pt>
          <cx:pt idx="6083">54.704003640626745</cx:pt>
          <cx:pt idx="6084">44.081138668179399</cx:pt>
          <cx:pt idx="6085">55.397817458083935</cx:pt>
          <cx:pt idx="6086">45.046516173187392</cx:pt>
          <cx:pt idx="6087">42.355908032229991</cx:pt>
          <cx:pt idx="6088">40.840209101140807</cx:pt>
          <cx:pt idx="6089">56.671751707719807</cx:pt>
          <cx:pt idx="6090">45.611522282711341</cx:pt>
          <cx:pt idx="6091">64.557549058929723</cx:pt>
          <cx:pt idx="6092">42.003893364172754</cx:pt>
          <cx:pt idx="6093">60.147802936791976</cx:pt>
          <cx:pt idx="6094">72.934069052653086</cx:pt>
          <cx:pt idx="6095">57.901678765002671</cx:pt>
          <cx:pt idx="6096">53.320964265733245</cx:pt>
          <cx:pt idx="6097">49.559795726472984</cx:pt>
          <cx:pt idx="6098">44.290068478839132</cx:pt>
          <cx:pt idx="6099">72.600493500015688</cx:pt>
          <cx:pt idx="6100">40.887547147203897</cx:pt>
          <cx:pt idx="6101">38.833995597599134</cx:pt>
          <cx:pt idx="6102">51.501320399213036</cx:pt>
          <cx:pt idx="6103">50.863088884261956</cx:pt>
          <cx:pt idx="6104">44.790692931751515</cx:pt>
          <cx:pt idx="6105">56.316303598528336</cx:pt>
          <cx:pt idx="6106">44.717594698785987</cx:pt>
          <cx:pt idx="6107">40.552211487983797</cx:pt>
          <cx:pt idx="6108">41.513324491679953</cx:pt>
          <cx:pt idx="6109">47.568046274656737</cx:pt>
          <cx:pt idx="6110">54.581991427606518</cx:pt>
          <cx:pt idx="6111">40.097921457973605</cx:pt>
          <cx:pt idx="6112">67.512638793613576</cx:pt>
          <cx:pt idx="6113">50.828955264429069</cx:pt>
          <cx:pt idx="6114">65.151131023568439</cx:pt>
          <cx:pt idx="6115">40.929762036388269</cx:pt>
          <cx:pt idx="6116">47.284066275446179</cx:pt>
          <cx:pt idx="6117">46.129858353560628</cx:pt>
          <cx:pt idx="6118">55.869492418546422</cx:pt>
          <cx:pt idx="6119">24.182501427815946</cx:pt>
          <cx:pt idx="6120">50.65399442786903</cx:pt>
          <cx:pt idx="6121">57.269924852683936</cx:pt>
          <cx:pt idx="6122">60.824074770471995</cx:pt>
          <cx:pt idx="6123">43.481285190839721</cx:pt>
          <cx:pt idx="6124">49.608654364486561</cx:pt>
          <cx:pt idx="6125">46.437222667571469</cx:pt>
          <cx:pt idx="6126">48.191130924432258</cx:pt>
          <cx:pt idx="6127">57.887770181006935</cx:pt>
          <cx:pt idx="6128">52.310710013076466</cx:pt>
          <cx:pt idx="6129">53.995754538284181</cx:pt>
          <cx:pt idx="6130">62.527916661963559</cx:pt>
          <cx:pt idx="6131">41.232131545236193</cx:pt>
          <cx:pt idx="6132">41.165198321164759</cx:pt>
          <cx:pt idx="6133">49.559549098321014</cx:pt>
          <cx:pt idx="6134">55.624624797182051</cx:pt>
          <cx:pt idx="6135">38.254187080112175</cx:pt>
          <cx:pt idx="6136">25.689556989202661</cx:pt>
          <cx:pt idx="6137">44.043338432520088</cx:pt>
          <cx:pt idx="6138">37.052098015628829</cx:pt>
          <cx:pt idx="6139">51.679096875716382</cx:pt>
          <cx:pt idx="6140">52.664164371281316</cx:pt>
          <cx:pt idx="6141">52.564306884418244</cx:pt>
          <cx:pt idx="6142">52.614545251414917</cx:pt>
          <cx:pt idx="6143">36.179656978582805</cx:pt>
          <cx:pt idx="6144">60.016081255339969</cx:pt>
          <cx:pt idx="6145">57.505605594835551</cx:pt>
          <cx:pt idx="6146">33.678870545825731</cx:pt>
          <cx:pt idx="6147">43.110914670012086</cx:pt>
          <cx:pt idx="6148">71.586313244180829</cx:pt>
          <cx:pt idx="6149">37.09769861137184</cx:pt>
          <cx:pt idx="6150">52.381733725666514</cx:pt>
          <cx:pt idx="6151">28.455938071875874</cx:pt>
          <cx:pt idx="6152">54.270527975248235</cx:pt>
          <cx:pt idx="6153">58.287763284009785</cx:pt>
          <cx:pt idx="6154">37.194767536041653</cx:pt>
          <cx:pt idx="6155">60.699190533454747</cx:pt>
          <cx:pt idx="6156">46.928842471251748</cx:pt>
          <cx:pt idx="6157">65.496807657400154</cx:pt>
          <cx:pt idx="6158">41.362169947529971</cx:pt>
          <cx:pt idx="6159">47.377294722531964</cx:pt>
          <cx:pt idx="6160">40.613605271398704</cx:pt>
          <cx:pt idx="6161">43.628532635125218</cx:pt>
          <cx:pt idx="6162">54.439187446117153</cx:pt>
          <cx:pt idx="6163">54.238739290537161</cx:pt>
          <cx:pt idx="6164">51.733688545785512</cx:pt>
          <cx:pt idx="6165">46.365739109833072</cx:pt>
          <cx:pt idx="6166">36.740413081998184</cx:pt>
          <cx:pt idx="6167">40.96628963371991</cx:pt>
          <cx:pt idx="6168">62.571898701046109</cx:pt>
          <cx:pt idx="6169">60.204802042198644</cx:pt>
          <cx:pt idx="6170">58.546392109427792</cx:pt>
          <cx:pt idx="6171">29.009842674713422</cx:pt>
          <cx:pt idx="6172">28.368120661257407</cx:pt>
          <cx:pt idx="6173">56.254506514598546</cx:pt>
          <cx:pt idx="6174">47.767630987681827</cx:pt>
          <cx:pt idx="6175">51.783909412017323</cx:pt>
          <cx:pt idx="6176">68.794813807857793</cx:pt>
          <cx:pt idx="6177">42.595516891066602</cx:pt>
          <cx:pt idx="6178">33.037023385299193</cx:pt>
          <cx:pt idx="6179">51.945814633707705</cx:pt>
          <cx:pt idx="6180">53.153496015813637</cx:pt>
          <cx:pt idx="6181">43.753605489679508</cx:pt>
          <cx:pt idx="6182">25.840941035207415</cx:pt>
          <cx:pt idx="6183">43.893504962813843</cx:pt>
          <cx:pt idx="6184">48.684935776249809</cx:pt>
          <cx:pt idx="6185">57.933528428983053</cx:pt>
          <cx:pt idx="6186">53.540777196211629</cx:pt>
          <cx:pt idx="6187">44.069247554310436</cx:pt>
          <cx:pt idx="6188">42.262132997659194</cx:pt>
          <cx:pt idx="6189">49.455278561242451</cx:pt>
          <cx:pt idx="6190">38.536782859799558</cx:pt>
          <cx:pt idx="6191">59.832500523517567</cx:pt>
          <cx:pt idx="6192">49.269282029879044</cx:pt>
          <cx:pt idx="6193">59.401015814968524</cx:pt>
          <cx:pt idx="6194">52.225254811903397</cx:pt>
          <cx:pt idx="6195">52.325563108346401</cx:pt>
          <cx:pt idx="6196">43.701183033858001</cx:pt>
          <cx:pt idx="6197">44.029927216979949</cx:pt>
          <cx:pt idx="6198">47.24774866098943</cx:pt>
          <cx:pt idx="6199">57.951135542611453</cx:pt>
          <cx:pt idx="6200">50.666691652322335</cx:pt>
          <cx:pt idx="6201">40.191315937961917</cx:pt>
          <cx:pt idx="6202">53.10366136311351</cx:pt>
          <cx:pt idx="6203">58.871565741811409</cx:pt>
          <cx:pt idx="6204">39.479328174307682</cx:pt>
          <cx:pt idx="6205">48.606322659641535</cx:pt>
          <cx:pt idx="6206">65.907080161894839</cx:pt>
          <cx:pt idx="6207">31.830183875777863</cx:pt>
          <cx:pt idx="6208">38.521525493963544</cx:pt>
          <cx:pt idx="6209">61.254387965627252</cx:pt>
          <cx:pt idx="6210">49.055631762898336</cx:pt>
          <cx:pt idx="6211">45.855750969766213</cx:pt>
          <cx:pt idx="6212">25.951084655728888</cx:pt>
          <cx:pt idx="6213">22.200368621135731</cx:pt>
          <cx:pt idx="6214">59.950736193642712</cx:pt>
          <cx:pt idx="6215">48.708133352548906</cx:pt>
          <cx:pt idx="6216">55.411296392529472</cx:pt>
          <cx:pt idx="6217">70.712521343993018</cx:pt>
          <cx:pt idx="6218">51.984703189689654</cx:pt>
          <cx:pt idx="6219">58.137331644129908</cx:pt>
          <cx:pt idx="6220">44.179055180672478</cx:pt>
          <cx:pt idx="6221">55.252788255382612</cx:pt>
          <cx:pt idx="6222">52.82316797877013</cx:pt>
          <cx:pt idx="6223">40.112237922713732</cx:pt>
          <cx:pt idx="6224">47.481961391702008</cx:pt>
          <cx:pt idx="6225">63.614304709576743</cx:pt>
          <cx:pt idx="6226">78.83605318927664</cx:pt>
          <cx:pt idx="6227">48.779985571374816</cx:pt>
          <cx:pt idx="6228">61.464255839411017</cx:pt>
          <cx:pt idx="6229">58.544255534604552</cx:pt>
          <cx:pt idx="6230">44.632647245210158</cx:pt>
          <cx:pt idx="6231">60.378222451818388</cx:pt>
          <cx:pt idx="6232">34.768229728348075</cx:pt>
          <cx:pt idx="6233">47.310232179662385</cx:pt>
          <cx:pt idx="6234">33.495674181634428</cx:pt>
          <cx:pt idx="6235">49.870134997337111</cx:pt>
          <cx:pt idx="6236">51.183505559827552</cx:pt>
          <cx:pt idx="6237">59.55571214967653</cx:pt>
          <cx:pt idx="6238">29.977013646156848</cx:pt>
          <cx:pt idx="6239">45.230211365506563</cx:pt>
          <cx:pt idx="6240">42.965267136195102</cx:pt>
          <cx:pt idx="6241">51.037958407431418</cx:pt>
          <cx:pt idx="6242">42.912881083940889</cx:pt>
          <cx:pt idx="6243">36.416036703517364</cx:pt>
          <cx:pt idx="6244">49.830528432859936</cx:pt>
          <cx:pt idx="6245">53.204644940475866</cx:pt>
          <cx:pt idx="6246">62.113179077949937</cx:pt>
          <cx:pt idx="6247">52.402307933362415</cx:pt>
          <cx:pt idx="6248">66.106688446511811</cx:pt>
          <cx:pt idx="6249">47.838497653276512</cx:pt>
          <cx:pt idx="6250">57.899638134755563</cx:pt>
          <cx:pt idx="6251">58.635664057617078</cx:pt>
          <cx:pt idx="6252">58.039447926523906</cx:pt>
          <cx:pt idx="6253">76.990360016036732</cx:pt>
          <cx:pt idx="6254">51.552327837765255</cx:pt>
          <cx:pt idx="6255">70.445417507725153</cx:pt>
          <cx:pt idx="6256">42.902429511491995</cx:pt>
          <cx:pt idx="6257">44.536127186420238</cx:pt>
          <cx:pt idx="6258">51.348448699825468</cx:pt>
          <cx:pt idx="6259">66.477324074585738</cx:pt>
          <cx:pt idx="6260">50.836041072082899</cx:pt>
          <cx:pt idx="6261">37.09268643168248</cx:pt>
          <cx:pt idx="6262">56.87211407040467</cx:pt>
          <cx:pt idx="6263">43.270128812833313</cx:pt>
          <cx:pt idx="6264">62.17719419766339</cx:pt>
          <cx:pt idx="6265">55.302263805528213</cx:pt>
          <cx:pt idx="6266">44.608029522983344</cx:pt>
          <cx:pt idx="6267">54.107323884500858</cx:pt>
          <cx:pt idx="6268">65.976972577931178</cx:pt>
          <cx:pt idx="6269">60.594439273010281</cx:pt>
          <cx:pt idx="6270">47.001348445995696</cx:pt>
          <cx:pt idx="6271">64.164403603689408</cx:pt>
          <cx:pt idx="6272">38.553134689830415</cx:pt>
          <cx:pt idx="6273">47.47086612933419</cx:pt>
          <cx:pt idx="6274">54.49979634342445</cx:pt>
          <cx:pt idx="6275">39.652711603008974</cx:pt>
          <cx:pt idx="6276">55.05891569548303</cx:pt>
          <cx:pt idx="6277">45.474420589468345</cx:pt>
          <cx:pt idx="6278">47.773733317314381</cx:pt>
          <cx:pt idx="6279">51.30220553704266</cx:pt>
          <cx:pt idx="6280">51.019818616400329</cx:pt>
          <cx:pt idx="6281">51.21978742763384</cx:pt>
          <cx:pt idx="6282">66.161893775651393</cx:pt>
          <cx:pt idx="6283">55.120285755539641</cx:pt>
          <cx:pt idx="6284">49.3541921242483</cx:pt>
          <cx:pt idx="6285">41.963921950126164</cx:pt>
          <cx:pt idx="6286">42.449300739155184</cx:pt>
          <cx:pt idx="6287">34.068505280469608</cx:pt>
          <cx:pt idx="6288">39.916352376785731</cx:pt>
          <cx:pt idx="6289">57.36826103922369</cx:pt>
          <cx:pt idx="6290">54.13867550309196</cx:pt>
          <cx:pt idx="6291">61.000598740347044</cx:pt>
          <cx:pt idx="6292">39.519105700500788</cx:pt>
          <cx:pt idx="6293">54.954910372462521</cx:pt>
          <cx:pt idx="6294">46.571485283375743</cx:pt>
          <cx:pt idx="6295">51.178930450772768</cx:pt>
          <cx:pt idx="6296">38.462981439440583</cx:pt>
          <cx:pt idx="6297">54.375212431759898</cx:pt>
          <cx:pt idx="6298">35.856327412969833</cx:pt>
          <cx:pt idx="6299">42.257597717210523</cx:pt>
          <cx:pt idx="6300">65.254112159425716</cx:pt>
          <cx:pt idx="6301">35.5233026515264</cx:pt>
          <cx:pt idx="6302">50.168376007820591</cx:pt>
          <cx:pt idx="6303">55.27062411901575</cx:pt>
          <cx:pt idx="6304">31.753113753761436</cx:pt>
          <cx:pt idx="6305">58.021114340067939</cx:pt>
          <cx:pt idx="6306">48.353663209987552</cx:pt>
          <cx:pt idx="6307">43.618703604071925</cx:pt>
          <cx:pt idx="6308">47.611058033560759</cx:pt>
          <cx:pt idx="6309">38.443062267174007</cx:pt>
          <cx:pt idx="6310">29.885459957836076</cx:pt>
          <cx:pt idx="6311">68.692899847822503</cx:pt>
          <cx:pt idx="6312">65.123213420117679</cx:pt>
          <cx:pt idx="6313">50.999153809642173</cx:pt>
          <cx:pt idx="6314">65.135831149103751</cx:pt>
          <cx:pt idx="6315">52.084194731333923</cx:pt>
          <cx:pt idx="6316">54.622185548242342</cx:pt>
          <cx:pt idx="6317">65.487117241733003</cx:pt>
          <cx:pt idx="6318">39.871706592728778</cx:pt>
          <cx:pt idx="6319">61.405168974405143</cx:pt>
          <cx:pt idx="6320">30.841773788453896</cx:pt>
          <cx:pt idx="6321">43.835207583383529</cx:pt>
          <cx:pt idx="6322">57.688789366703986</cx:pt>
          <cx:pt idx="6323">39.570261003801328</cx:pt>
          <cx:pt idx="6324">47.011292805518174</cx:pt>
          <cx:pt idx="6325">57.951814342359071</cx:pt>
          <cx:pt idx="6326">52.402406086462165</cx:pt>
          <cx:pt idx="6327">63.53305813099189</cx:pt>
          <cx:pt idx="6328">63.684360369742706</cx:pt>
          <cx:pt idx="6329">35.85073702448679</cx:pt>
          <cx:pt idx="6330">49.14421227777806</cx:pt>
          <cx:pt idx="6331">46.724351960925397</cx:pt>
          <cx:pt idx="6332">49.689099855841469</cx:pt>
          <cx:pt idx="6333">55.621961226361975</cx:pt>
          <cx:pt idx="6334">66.052284409570348</cx:pt>
          <cx:pt idx="6335">58.37192137967552</cx:pt>
          <cx:pt idx="6336">47.680816289800546</cx:pt>
          <cx:pt idx="6337">44.441525204578724</cx:pt>
          <cx:pt idx="6338">46.19863573472616</cx:pt>
          <cx:pt idx="6339">31.185530808007393</cx:pt>
          <cx:pt idx="6340">66.30168461887844</cx:pt>
          <cx:pt idx="6341">46.742254599981138</cx:pt>
          <cx:pt idx="6342">39.519325731238261</cx:pt>
          <cx:pt idx="6343">58.966236762907705</cx:pt>
          <cx:pt idx="6344">51.248013062052316</cx:pt>
          <cx:pt idx="6345">42.184195170555014</cx:pt>
          <cx:pt idx="6346">50.63675087947906</cx:pt>
          <cx:pt idx="6347">52.009402502233236</cx:pt>
          <cx:pt idx="6348">51.599291188886895</cx:pt>
          <cx:pt idx="6349">59.895813219139797</cx:pt>
          <cx:pt idx="6350">71.964936962763346</cx:pt>
          <cx:pt idx="6351">50.887163232819674</cx:pt>
          <cx:pt idx="6352">29.065715961038595</cx:pt>
          <cx:pt idx="6353">62.721308351555244</cx:pt>
          <cx:pt idx="6354">71.907591793385478</cx:pt>
          <cx:pt idx="6355">59.723977421515542</cx:pt>
          <cx:pt idx="6356">56.44667113639413</cx:pt>
          <cx:pt idx="6357">30.875222231483452</cx:pt>
          <cx:pt idx="6358">38.67960099905207</cx:pt>
          <cx:pt idx="6359">42.325882070910467</cx:pt>
          <cx:pt idx="6360">38.681742142871215</cx:pt>
          <cx:pt idx="6361">47.227474378712813</cx:pt>
          <cx:pt idx="6362">55.415806057002001</cx:pt>
          <cx:pt idx="6363">49.172678172766126</cx:pt>
          <cx:pt idx="6364">52.473880240366604</cx:pt>
          <cx:pt idx="6365">56.355422725395364</cx:pt>
          <cx:pt idx="6366">67.957063308265745</cx:pt>
          <cx:pt idx="6367">46.306039824618409</cx:pt>
          <cx:pt idx="6368">36.909834610225786</cx:pt>
          <cx:pt idx="6369">26.635564908908226</cx:pt>
          <cx:pt idx="6370">63.32166706387882</cx:pt>
          <cx:pt idx="6371">55.808146084764878</cx:pt>
          <cx:pt idx="6372">60.173519011004622</cx:pt>
          <cx:pt idx="6373">48.116473532549819</cx:pt>
          <cx:pt idx="6374">52.183903281713526</cx:pt>
          <cx:pt idx="6375">57.827359780215033</cx:pt>
          <cx:pt idx="6376">39.908511764407407</cx:pt>
          <cx:pt idx="6377">46.778606948356462</cx:pt>
          <cx:pt idx="6378">51.169430786574715</cx:pt>
          <cx:pt idx="6379">32.270482388339168</cx:pt>
          <cx:pt idx="6380">36.335595858133587</cx:pt>
          <cx:pt idx="6381">40.684294695462526</cx:pt>
          <cx:pt idx="6382">39.183862144607275</cx:pt>
          <cx:pt idx="6383">49.696450581535835</cx:pt>
          <cx:pt idx="6384">65.947896778560647</cx:pt>
          <cx:pt idx="6385">45.82408659733337</cx:pt>
          <cx:pt idx="6386">22.231872634120414</cx:pt>
          <cx:pt idx="6387">42.348767059709523</cx:pt>
          <cx:pt idx="6388">42.233745138858012</cx:pt>
          <cx:pt idx="6389">40.805387741877283</cx:pt>
          <cx:pt idx="6390">62.158422750297575</cx:pt>
          <cx:pt idx="6391">70.181199569453739</cx:pt>
          <cx:pt idx="6392">51.741369124021027</cx:pt>
          <cx:pt idx="6393">45.015631534467722</cx:pt>
          <cx:pt idx="6394">51.308239241050551</cx:pt>
          <cx:pt idx="6395">77.08310318406609</cx:pt>
          <cx:pt idx="6396">58.198883810107176</cx:pt>
          <cx:pt idx="6397">65.017409473049682</cx:pt>
          <cx:pt idx="6398">56.418331005870918</cx:pt>
          <cx:pt idx="6399">60.109098281569061</cx:pt>
          <cx:pt idx="6400">44.507782576366566</cx:pt>
          <cx:pt idx="6401">41.973499518639528</cx:pt>
          <cx:pt idx="6402">58.1152563900676</cx:pt>
          <cx:pt idx="6403">43.894847161328606</cx:pt>
          <cx:pt idx="6404">19.475193230456007</cx:pt>
          <cx:pt idx="6405">45.911246033463826</cx:pt>
          <cx:pt idx="6406">49.324074113164869</cx:pt>
          <cx:pt idx="6407">60.011380457205846</cx:pt>
          <cx:pt idx="6408">32.687579413801132</cx:pt>
          <cx:pt idx="6409">26.318993327509709</cx:pt>
          <cx:pt idx="6410">48.490258806093969</cx:pt>
          <cx:pt idx="6411">50.403949291655046</cx:pt>
          <cx:pt idx="6412">45.216096355224323</cx:pt>
          <cx:pt idx="6413">57.803762695155328</cx:pt>
          <cx:pt idx="6414">56.15297358511372</cx:pt>
          <cx:pt idx="6415">45.51437789616017</cx:pt>
          <cx:pt idx="6416">34.095906112605405</cx:pt>
          <cx:pt idx="6417">58.494688749208485</cx:pt>
          <cx:pt idx="6418">80.200983104638439</cx:pt>
          <cx:pt idx="6419">51.795772255120376</cx:pt>
          <cx:pt idx="6420">64.311708086328409</cx:pt>
          <cx:pt idx="6421">31.878432486340959</cx:pt>
          <cx:pt idx="6422">50.600255157587988</cx:pt>
          <cx:pt idx="6423">50.629610415731868</cx:pt>
          <cx:pt idx="6424">38.239061819276984</cx:pt>
          <cx:pt idx="6425">42.610702222345544</cx:pt>
          <cx:pt idx="6426">60.324662541894675</cx:pt>
          <cx:pt idx="6427">46.767911491134178</cx:pt>
          <cx:pt idx="6428">49.177302316762677</cx:pt>
          <cx:pt idx="6429">44.511930917282179</cx:pt>
          <cx:pt idx="6430">36.544890268090469</cx:pt>
          <cx:pt idx="6431">55.432514347845512</cx:pt>
          <cx:pt idx="6432">59.865053538406457</cx:pt>
          <cx:pt idx="6433">56.34513603673625</cx:pt>
          <cx:pt idx="6434">45.671811618012839</cx:pt>
          <cx:pt idx="6435">43.11483338254962</cx:pt>
          <cx:pt idx="6436">58.024600615310405</cx:pt>
          <cx:pt idx="6437">58.503089511165584</cx:pt>
          <cx:pt idx="6438">64.248501294946834</cx:pt>
          <cx:pt idx="6439">40.163156467640221</cx:pt>
          <cx:pt idx="6440">45.2708297559603</cx:pt>
          <cx:pt idx="6441">67.203814947142718</cx:pt>
          <cx:pt idx="6442">54.096086726044582</cx:pt>
          <cx:pt idx="6443">36.083957026314387</cx:pt>
          <cx:pt idx="6444">40.916451196186891</cx:pt>
          <cx:pt idx="6445">25.865793317227865</cx:pt>
          <cx:pt idx="6446">38.971230295350956</cx:pt>
          <cx:pt idx="6447">45.248433353785572</cx:pt>
          <cx:pt idx="6448">46.052846669348639</cx:pt>
          <cx:pt idx="6449">34.046654915872793</cx:pt>
          <cx:pt idx="6450">72.626423634900448</cx:pt>
          <cx:pt idx="6451">40.433983057886707</cx:pt>
          <cx:pt idx="6452">69.86298489799708</cx:pt>
          <cx:pt idx="6453">44.629428424569205</cx:pt>
          <cx:pt idx="6454">60.460125445784826</cx:pt>
          <cx:pt idx="6455">42.697232103780493</cx:pt>
          <cx:pt idx="6456">39.195621525734225</cx:pt>
          <cx:pt idx="6457">41.992426949130305</cx:pt>
          <cx:pt idx="6458">61.663381926413457</cx:pt>
          <cx:pt idx="6459">49.926663888279315</cx:pt>
          <cx:pt idx="6460">51.197376326975004</cx:pt>
          <cx:pt idx="6461">54.386273951773944</cx:pt>
          <cx:pt idx="6462">57.395301356883849</cx:pt>
          <cx:pt idx="6463">36.498307332433363</cx:pt>
          <cx:pt idx="6464">54.963085543163089</cx:pt>
          <cx:pt idx="6465">71.988898013455156</cx:pt>
          <cx:pt idx="6466">44.460039567171286</cx:pt>
          <cx:pt idx="6467">40.352734210349801</cx:pt>
          <cx:pt idx="6468">47.543340451192286</cx:pt>
          <cx:pt idx="6469">71.325597205730617</cx:pt>
          <cx:pt idx="6470">28.362155959076443</cx:pt>
          <cx:pt idx="6471">47.820708705293285</cx:pt>
          <cx:pt idx="6472">38.270833647919247</cx:pt>
          <cx:pt idx="6473">73.573965100649247</cx:pt>
          <cx:pt idx="6474">53.515487742818863</cx:pt>
          <cx:pt idx="6475">63.191990879141656</cx:pt>
          <cx:pt idx="6476">47.220198133561382</cx:pt>
          <cx:pt idx="6477">43.267186970744191</cx:pt>
          <cx:pt idx="6478">56.631766429608064</cx:pt>
          <cx:pt idx="6479">55.460232117200029</cx:pt>
          <cx:pt idx="6480">50.20484881203906</cx:pt>
          <cx:pt idx="6481">46.871607945368964</cx:pt>
          <cx:pt idx="6482">39.812517276564257</cx:pt>
          <cx:pt idx="6483">33.507108919504361</cx:pt>
          <cx:pt idx="6484">45.033342992534031</cx:pt>
          <cx:pt idx="6485">48.638232861271646</cx:pt>
          <cx:pt idx="6486">57.667867007097591</cx:pt>
          <cx:pt idx="6487">49.653189818281348</cx:pt>
          <cx:pt idx="6488">55.998401980968957</cx:pt>
          <cx:pt idx="6489">40.270024821389384</cx:pt>
          <cx:pt idx="6490">58.186808466401743</cx:pt>
          <cx:pt idx="6491">33.721166338244075</cx:pt>
          <cx:pt idx="6492">58.825744267130119</cx:pt>
          <cx:pt idx="6493">39.231147645302556</cx:pt>
          <cx:pt idx="6494">59.739164685569897</cx:pt>
          <cx:pt idx="6495">36.249765328520354</cx:pt>
          <cx:pt idx="6496">50.666407900073004</cx:pt>
          <cx:pt idx="6497">70.637720464803067</cx:pt>
          <cx:pt idx="6498">56.058994425983066</cx:pt>
          <cx:pt idx="6499">54.164641657581051</cx:pt>
          <cx:pt idx="6500">50.137418028826247</cx:pt>
          <cx:pt idx="6501">44.026957889995856</cx:pt>
          <cx:pt idx="6502">42.590746139692882</cx:pt>
          <cx:pt idx="6503">57.667166902058234</cx:pt>
          <cx:pt idx="6504">54.576006052081453</cx:pt>
          <cx:pt idx="6505">58.342768483336869</cx:pt>
          <cx:pt idx="6506">35.944583594442413</cx:pt>
          <cx:pt idx="6507">48.474327763747205</cx:pt>
          <cx:pt idx="6508">48.570576860348488</cx:pt>
          <cx:pt idx="6509">46.923554205843097</cx:pt>
          <cx:pt idx="6510">58.16990565669316</cx:pt>
          <cx:pt idx="6511">63.86630566032148</cx:pt>
          <cx:pt idx="6512">58.135362510031811</cx:pt>
          <cx:pt idx="6513">54.023830598984787</cx:pt>
          <cx:pt idx="6514">56.948149246258282</cx:pt>
          <cx:pt idx="6515">49.308140317195878</cx:pt>
          <cx:pt idx="6516">38.705731639001094</cx:pt>
          <cx:pt idx="6517">59.111068279987904</cx:pt>
          <cx:pt idx="6518">52.143693178123414</cx:pt>
          <cx:pt idx="6519">47.990055237208665</cx:pt>
          <cx:pt idx="6520">53.489219933376134</cx:pt>
          <cx:pt idx="6521">54.450283545861616</cx:pt>
          <cx:pt idx="6522">34.629529684843703</cx:pt>
          <cx:pt idx="6523">39.010075396913443</cx:pt>
          <cx:pt idx="6524">45.034641519783342</cx:pt>
          <cx:pt idx="6525">50.063868516295088</cx:pt>
          <cx:pt idx="6526">59.117535777474643</cx:pt>
          <cx:pt idx="6527">30.005509742000083</cx:pt>
          <cx:pt idx="6528">52.248097966968359</cx:pt>
          <cx:pt idx="6529">34.333913561329517</cx:pt>
          <cx:pt idx="6530">44.655899852786987</cx:pt>
          <cx:pt idx="6531">61.797932768795448</cx:pt>
          <cx:pt idx="6532">41.444916938787209</cx:pt>
          <cx:pt idx="6533">36.657999100695704</cx:pt>
          <cx:pt idx="6534">44.826012513254085</cx:pt>
          <cx:pt idx="6535">48.553923312231042</cx:pt>
          <cx:pt idx="6536">64.492381751884665</cx:pt>
          <cx:pt idx="6537">39.520845758429459</cx:pt>
          <cx:pt idx="6538">44.868855996999038</cx:pt>
          <cx:pt idx="6539">54.935563157574862</cx:pt>
          <cx:pt idx="6540">41.819679371264613</cx:pt>
          <cx:pt idx="6541">55.834837283500171</cx:pt>
          <cx:pt idx="6542">53.709817671467164</cx:pt>
          <cx:pt idx="6543">60.832708890760422</cx:pt>
          <cx:pt idx="6544">37.40813410762668</cx:pt>
          <cx:pt idx="6545">26.820257522549035</cx:pt>
          <cx:pt idx="6546">50.545521944176478</cx:pt>
          <cx:pt idx="6547">54.530896619162753</cx:pt>
          <cx:pt idx="6548">41.611692977654528</cx:pt>
          <cx:pt idx="6549">41.738764940773436</cx:pt>
          <cx:pt idx="6550">54.230291120410598</cx:pt>
          <cx:pt idx="6551">52.476385812226638</cx:pt>
          <cx:pt idx="6552">36.976641914158925</cx:pt>
          <cx:pt idx="6553">52.656837509244689</cx:pt>
          <cx:pt idx="6554">58.602683479503469</cx:pt>
          <cx:pt idx="6555">42.332009336514233</cx:pt>
          <cx:pt idx="6556">43.737183584306621</cx:pt>
          <cx:pt idx="6557">48.721960099799119</cx:pt>
          <cx:pt idx="6558">52.276979514361734</cx:pt>
          <cx:pt idx="6559">53.10461388832433</cx:pt>
          <cx:pt idx="6560">55.379942340597694</cx:pt>
          <cx:pt idx="6561">65.295657090988627</cx:pt>
          <cx:pt idx="6562">52.275814101907955</cx:pt>
          <cx:pt idx="6563">46.015648273485283</cx:pt>
          <cx:pt idx="6564">52.506067012366088</cx:pt>
          <cx:pt idx="6565">50.094968924286754</cx:pt>
          <cx:pt idx="6566">30.131126014993146</cx:pt>
          <cx:pt idx="6567">48.539946622020338</cx:pt>
          <cx:pt idx="6568">43.876965058254925</cx:pt>
          <cx:pt idx="6569">45.509170284143664</cx:pt>
          <cx:pt idx="6570">53.569332173859117</cx:pt>
          <cx:pt idx="6571">48.700409933027345</cx:pt>
          <cx:pt idx="6572">49.084095606874136</cx:pt>
          <cx:pt idx="6573">47.363920169456044</cx:pt>
          <cx:pt idx="6574">60.330297746315964</cx:pt>
          <cx:pt idx="6575">54.631896234282934</cx:pt>
          <cx:pt idx="6576">50.032758042112675</cx:pt>
          <cx:pt idx="6577">49.748113270960225</cx:pt>
          <cx:pt idx="6578">39.273164498389761</cx:pt>
          <cx:pt idx="6579">69.455901667837608</cx:pt>
          <cx:pt idx="6580">55.604081381263107</cx:pt>
          <cx:pt idx="6581">52.258721493136285</cx:pt>
          <cx:pt idx="6582">45.036850512922783</cx:pt>
          <cx:pt idx="6583">63.095643622530808</cx:pt>
          <cx:pt idx="6584">39.212362984508147</cx:pt>
          <cx:pt idx="6585">50.454687169629011</cx:pt>
          <cx:pt idx="6586">43.386115715178839</cx:pt>
          <cx:pt idx="6587">62.278503303184607</cx:pt>
          <cx:pt idx="6588">36.399786642002667</cx:pt>
          <cx:pt idx="6589">46.697368410523588</cx:pt>
          <cx:pt idx="6590">47.217891617187192</cx:pt>
          <cx:pt idx="6591">48.050822695240399</cx:pt>
          <cx:pt idx="6592">56.172757607314146</cx:pt>
          <cx:pt idx="6593">58.378186262001869</cx:pt>
          <cx:pt idx="6594">40.602937094336369</cx:pt>
          <cx:pt idx="6595">51.420844666290947</cx:pt>
          <cx:pt idx="6596">31.419861778417747</cx:pt>
          <cx:pt idx="6597">43.975073121534905</cx:pt>
          <cx:pt idx="6598">44.463635989720572</cx:pt>
          <cx:pt idx="6599">42.643235050831066</cx:pt>
          <cx:pt idx="6600">40.22291207733744</cx:pt>
          <cx:pt idx="6601">58.831823652725845</cx:pt>
          <cx:pt idx="6602">61.361750256217967</cx:pt>
          <cx:pt idx="6603">66.581268926940808</cx:pt>
          <cx:pt idx="6604">37.528793441690176</cx:pt>
          <cx:pt idx="6605">61.395104128971312</cx:pt>
          <cx:pt idx="6606">55.433036535326885</cx:pt>
          <cx:pt idx="6607">35.709583138743469</cx:pt>
          <cx:pt idx="6608">36.986133757285913</cx:pt>
          <cx:pt idx="6609">47.834390426789994</cx:pt>
          <cx:pt idx="6610">62.429183680163391</cx:pt>
          <cx:pt idx="6611">47.827697392546511</cx:pt>
          <cx:pt idx="6612">48.656318445676845</cx:pt>
          <cx:pt idx="6613">62.929761355297273</cx:pt>
          <cx:pt idx="6614">50.82380902233124</cx:pt>
          <cx:pt idx="6615">58.125007178524541</cx:pt>
          <cx:pt idx="6616">57.384771997511734</cx:pt>
          <cx:pt idx="6617">50.156717150390598</cx:pt>
          <cx:pt idx="6618">66.673331307193564</cx:pt>
          <cx:pt idx="6619">40.042409210024687</cx:pt>
          <cx:pt idx="6620">40.052450710288305</cx:pt>
          <cx:pt idx="6621">45.466471343387845</cx:pt>
          <cx:pt idx="6622">48.848071535692689</cx:pt>
          <cx:pt idx="6623">57.725578872421799</cx:pt>
          <cx:pt idx="6624">67.785355375945187</cx:pt>
          <cx:pt idx="6625">48.029616645531135</cx:pt>
          <cx:pt idx="6626">53.887335699274772</cx:pt>
          <cx:pt idx="6627">31.925403236892894</cx:pt>
          <cx:pt idx="6628">63.598912999083481</cx:pt>
          <cx:pt idx="6629">63.754071307302944</cx:pt>
          <cx:pt idx="6630">37.235677511749387</cx:pt>
          <cx:pt idx="6631">46.017091910344163</cx:pt>
          <cx:pt idx="6632">40.05573248162375</cx:pt>
          <cx:pt idx="6633">55.177543611799848</cx:pt>
          <cx:pt idx="6634">51.122011416095262</cx:pt>
          <cx:pt idx="6635">37.935203236201616</cx:pt>
          <cx:pt idx="6636">38.88978671863314</cx:pt>
          <cx:pt idx="6637">48.857465108483112</cx:pt>
          <cx:pt idx="6638">40.938023341435525</cx:pt>
          <cx:pt idx="6639">26.255644571343765</cx:pt>
          <cx:pt idx="6640">48.049981457577154</cx:pt>
          <cx:pt idx="6641">44.575795493627297</cx:pt>
          <cx:pt idx="6642">54.930889886787007</cx:pt>
          <cx:pt idx="6643">64.183210248309393</cx:pt>
          <cx:pt idx="6644">54.770599721889091</cx:pt>
          <cx:pt idx="6645">50.424913325884134</cx:pt>
          <cx:pt idx="6646">43.556658793423225</cx:pt>
          <cx:pt idx="6647">55.014878857043172</cx:pt>
          <cx:pt idx="6648">49.674319692120932</cx:pt>
          <cx:pt idx="6649">35.859348737030309</cx:pt>
          <cx:pt idx="6650">33.453212400853701</cx:pt>
          <cx:pt idx="6651">71.627504274310468</cx:pt>
          <cx:pt idx="6652">62.60571378882625</cx:pt>
          <cx:pt idx="6653">50.214134709416655</cx:pt>
          <cx:pt idx="6654">30.057691609204223</cx:pt>
          <cx:pt idx="6655">60.172692658415734</cx:pt>
          <cx:pt idx="6656">44.270187220083741</cx:pt>
          <cx:pt idx="6657">48.881234835705776</cx:pt>
          <cx:pt idx="6658">68.252826986527523</cx:pt>
          <cx:pt idx="6659">59.576802927395399</cx:pt>
          <cx:pt idx="6660">43.442455655079215</cx:pt>
          <cx:pt idx="6661">44.03820409044711</cx:pt>
          <cx:pt idx="6662">50.94572625426968</cx:pt>
          <cx:pt idx="6663">45.049370028528784</cx:pt>
          <cx:pt idx="6664">45.912980875017915</cx:pt>
          <cx:pt idx="6665">49.717838703243196</cx:pt>
          <cx:pt idx="6666">39.610062216986485</cx:pt>
          <cx:pt idx="6667">62.866552848403657</cx:pt>
          <cx:pt idx="6668">70.301401052199594</cx:pt>
          <cx:pt idx="6669">56.850849672702786</cx:pt>
          <cx:pt idx="6670">47.42662200410529</cx:pt>
          <cx:pt idx="6671">47.653468618743879</cx:pt>
          <cx:pt idx="6672">46.722612737584626</cx:pt>
          <cx:pt idx="6673">40.403244257303442</cx:pt>
          <cx:pt idx="6674">68.098946680080502</cx:pt>
          <cx:pt idx="6675">54.065521011483582</cx:pt>
          <cx:pt idx="6676">54.210056135392065</cx:pt>
          <cx:pt idx="6677">50.225128529556088</cx:pt>
          <cx:pt idx="6678">46.957382577607838</cx:pt>
          <cx:pt idx="6679">44.143336117935888</cx:pt>
          <cx:pt idx="6680">54.528071507606448</cx:pt>
          <cx:pt idx="6681">51.181707526333739</cx:pt>
          <cx:pt idx="6682">38.724448006594031</cx:pt>
          <cx:pt idx="6683">52.950941872251661</cx:pt>
          <cx:pt idx="6684">60.717386525434549</cx:pt>
          <cx:pt idx="6685">56.973592361962773</cx:pt>
          <cx:pt idx="6686">51.051540003908144</cx:pt>
          <cx:pt idx="6687">60.358490984648334</cx:pt>
          <cx:pt idx="6688">35.516621239529186</cx:pt>
          <cx:pt idx="6689">64.286296468133045</cx:pt>
          <cx:pt idx="6690">49.251502092058885</cx:pt>
          <cx:pt idx="6691">42.087889354370205</cx:pt>
          <cx:pt idx="6692">38.790688374068118</cx:pt>
          <cx:pt idx="6693">63.968784998132989</cx:pt>
          <cx:pt idx="6694">65.404313236455764</cx:pt>
          <cx:pt idx="6695">49.66498458900189</cx:pt>
          <cx:pt idx="6696">58.770233282785057</cx:pt>
          <cx:pt idx="6697">37.663941458216222</cx:pt>
          <cx:pt idx="6698">55.657502520920332</cx:pt>
          <cx:pt idx="6699">59.485460107520581</cx:pt>
          <cx:pt idx="6700">25.918203844665129</cx:pt>
          <cx:pt idx="6701">58.210390307966847</cx:pt>
          <cx:pt idx="6702">69.027631138575728</cx:pt>
          <cx:pt idx="6703">35.278272763570584</cx:pt>
          <cx:pt idx="6704">45.947486965164686</cx:pt>
          <cx:pt idx="6705">47.073265689047936</cx:pt>
          <cx:pt idx="6706">33.153537682379167</cx:pt>
          <cx:pt idx="6707">40.997956414183633</cx:pt>
          <cx:pt idx="6708">52.256228069235483</cx:pt>
          <cx:pt idx="6709">68.170260019410847</cx:pt>
          <cx:pt idx="6710">83.478759619336316</cx:pt>
          <cx:pt idx="6711">40.924084095492773</cx:pt>
          <cx:pt idx="6712">52.970351576852892</cx:pt>
          <cx:pt idx="6713">67.880262586267094</cx:pt>
          <cx:pt idx="6714">32.042690092757987</cx:pt>
          <cx:pt idx="6715">29.814877046238465</cx:pt>
          <cx:pt idx="6716">48.294825846932838</cx:pt>
          <cx:pt idx="6717">64.273056948166371</cx:pt>
          <cx:pt idx="6718">48.86645898265327</cx:pt>
          <cx:pt idx="6719">34.896039359095433</cx:pt>
          <cx:pt idx="6720">27.136400075298397</cx:pt>
          <cx:pt idx="6721">49.972037395034164</cx:pt>
          <cx:pt idx="6722">34.576375074635976</cx:pt>
          <cx:pt idx="6723">40.464610159569453</cx:pt>
          <cx:pt idx="6724">65.50488654631252</cx:pt>
          <cx:pt idx="6725">59.621891979733235</cx:pt>
          <cx:pt idx="6726">59.405989378770968</cx:pt>
          <cx:pt idx="6727">52.391676293276667</cx:pt>
          <cx:pt idx="6728">40.253273172858336</cx:pt>
          <cx:pt idx="6729">58.875482721334656</cx:pt>
          <cx:pt idx="6730">59.440441228780216</cx:pt>
          <cx:pt idx="6731">56.493479907143637</cx:pt>
          <cx:pt idx="6732">49.697554939157342</cx:pt>
          <cx:pt idx="6733">59.308058513682447</cx:pt>
          <cx:pt idx="6734">66.350838403748185</cx:pt>
          <cx:pt idx="6735">55.297557819687604</cx:pt>
          <cx:pt idx="6736">57.664253008020651</cx:pt>
          <cx:pt idx="6737">65.262033795372446</cx:pt>
          <cx:pt idx="6738">36.29425793653219</cx:pt>
          <cx:pt idx="6739">42.856663429696567</cx:pt>
          <cx:pt idx="6740">37.634080538156496</cx:pt>
          <cx:pt idx="6741">64.934293298878046</cx:pt>
          <cx:pt idx="6742">63.674425682313675</cx:pt>
          <cx:pt idx="6743">50.556968014172242</cx:pt>
          <cx:pt idx="6744">49.573455688998237</cx:pt>
          <cx:pt idx="6745">22.500426764619373</cx:pt>
          <cx:pt idx="6746">57.841345693691203</cx:pt>
          <cx:pt idx="6747">57.276900281003378</cx:pt>
          <cx:pt idx="6748">52.804344170059274</cx:pt>
          <cx:pt idx="6749">68.618873188324713</cx:pt>
          <cx:pt idx="6750">53.085820132092664</cx:pt>
          <cx:pt idx="6751">62.076721437904197</cx:pt>
          <cx:pt idx="6752">60.301003533457155</cx:pt>
          <cx:pt idx="6753">57.667574754885408</cx:pt>
          <cx:pt idx="6754">43.280714677709476</cx:pt>
          <cx:pt idx="6755">51.356123065763349</cx:pt>
          <cx:pt idx="6756">46.934581610329467</cx:pt>
          <cx:pt idx="6757">35.863195387915063</cx:pt>
          <cx:pt idx="6758">42.714706795462085</cx:pt>
          <cx:pt idx="6759">46.992665696269718</cx:pt>
          <cx:pt idx="6760">69.279001474784877</cx:pt>
          <cx:pt idx="6761">61.583031416445877</cx:pt>
          <cx:pt idx="6762">56.462933175779725</cx:pt>
          <cx:pt idx="6763">52.509496845460774</cx:pt>
          <cx:pt idx="6764">32.369790203486929</cx:pt>
          <cx:pt idx="6765">38.927986652476534</cx:pt>
          <cx:pt idx="6766">57.991249746395297</cx:pt>
          <cx:pt idx="6767">45.905636911421468</cx:pt>
          <cx:pt idx="6768">48.47235469672237</cx:pt>
          <cx:pt idx="6769">38.951217243201661</cx:pt>
          <cx:pt idx="6770">62.808021671061809</cx:pt>
          <cx:pt idx="6771">53.371295497204443</cx:pt>
          <cx:pt idx="6772">47.261415210379596</cx:pt>
          <cx:pt idx="6773">69.860100107769171</cx:pt>
          <cx:pt idx="6774">49.568545465107739</cx:pt>
          <cx:pt idx="6775">68.020334232815372</cx:pt>
          <cx:pt idx="6776">63.742480352352985</cx:pt>
          <cx:pt idx="6777">57.998458118579336</cx:pt>
          <cx:pt idx="6778">37.916972360962944</cx:pt>
          <cx:pt idx="6779">55.42669990716027</cx:pt>
          <cx:pt idx="6780">47.600756137325767</cx:pt>
          <cx:pt idx="6781">58.066448310880936</cx:pt>
          <cx:pt idx="6782">37.839542007854789</cx:pt>
          <cx:pt idx="6783">41.882759968882155</cx:pt>
          <cx:pt idx="6784">63.802418093484292</cx:pt>
          <cx:pt idx="6785">65.689932384737929</cx:pt>
          <cx:pt idx="6786">60.721051713712754</cx:pt>
          <cx:pt idx="6787">43.668926243898348</cx:pt>
          <cx:pt idx="6788">45.552516055842986</cx:pt>
          <cx:pt idx="6789">50.514885001048064</cx:pt>
          <cx:pt idx="6790">50.133356651514468</cx:pt>
          <cx:pt idx="6791">55.518547986493843</cx:pt>
          <cx:pt idx="6792">55.625481975431271</cx:pt>
          <cx:pt idx="6793">39.925621916429556</cx:pt>
          <cx:pt idx="6794">47.170309442436015</cx:pt>
          <cx:pt idx="6795">57.743731300923315</cx:pt>
          <cx:pt idx="6796">41.414485702671946</cx:pt>
          <cx:pt idx="6797">34.19938392817734</cx:pt>
          <cx:pt idx="6798">35.969380880401538</cx:pt>
          <cx:pt idx="6799">46.363745590193979</cx:pt>
          <cx:pt idx="6800">66.097612709120497</cx:pt>
          <cx:pt idx="6801">52.419339508241499</cx:pt>
          <cx:pt idx="6802">41.331056292209766</cx:pt>
          <cx:pt idx="6803">47.104248005161274</cx:pt>
          <cx:pt idx="6804">49.250049289629452</cx:pt>
          <cx:pt idx="6805">49.727238680625803</cx:pt>
          <cx:pt idx="6806">54.047992528299446</cx:pt>
          <cx:pt idx="6807">49.096576265611091</cx:pt>
          <cx:pt idx="6808">61.48863887268093</cx:pt>
          <cx:pt idx="6809">60.192941399689445</cx:pt>
          <cx:pt idx="6810">44.808678347577967</cx:pt>
          <cx:pt idx="6811">59.931399628762179</cx:pt>
          <cx:pt idx="6812">31.924596667055184</cx:pt>
          <cx:pt idx="6813">55.736381079237759</cx:pt>
          <cx:pt idx="6814">50.281003489859252</cx:pt>
          <cx:pt idx="6815">49.533365476205219</cx:pt>
          <cx:pt idx="6816">47.975561793451703</cx:pt>
          <cx:pt idx="6817">54.533436495622041</cx:pt>
          <cx:pt idx="6818">45.466842076166664</cx:pt>
          <cx:pt idx="6819">39.914698429455051</cx:pt>
          <cx:pt idx="6820">52.405912793570955</cx:pt>
          <cx:pt idx="6821">49.916560915333193</cx:pt>
          <cx:pt idx="6822">41.335460100135464</cx:pt>
          <cx:pt idx="6823">41.032021150818039</cx:pt>
          <cx:pt idx="6824">53.56809942191569</cx:pt>
          <cx:pt idx="6825">43.601406943590796</cx:pt>
          <cx:pt idx="6826">49.391598701264996</cx:pt>
          <cx:pt idx="6827">54.248802683946721</cx:pt>
          <cx:pt idx="6828">36.764292096760109</cx:pt>
          <cx:pt idx="6829">41.861942747575384</cx:pt>
          <cx:pt idx="6830">49.763183798227267</cx:pt>
          <cx:pt idx="6831">66.861851173148054</cx:pt>
          <cx:pt idx="6832">41.909400400333396</cx:pt>
          <cx:pt idx="6833">35.925774008325931</cx:pt>
          <cx:pt idx="6834">39.031520712773059</cx:pt>
          <cx:pt idx="6835">50.388450683245367</cx:pt>
          <cx:pt idx="6836">53.137099697933245</cx:pt>
          <cx:pt idx="6837">55.429101512337454</cx:pt>
          <cx:pt idx="6838">47.35802041959478</cx:pt>
          <cx:pt idx="6839">52.846364971887155</cx:pt>
          <cx:pt idx="6840">66.696549654084492</cx:pt>
          <cx:pt idx="6841">66.826502546828294</cx:pt>
          <cx:pt idx="6842">61.160096152387524</cx:pt>
          <cx:pt idx="6843">50.054058241011063</cx:pt>
          <cx:pt idx="6844">54.142038040585199</cx:pt>
          <cx:pt idx="6845">46.298704475845916</cx:pt>
          <cx:pt idx="6846">38.887066515591364</cx:pt>
          <cx:pt idx="6847">52.26930054209128</cx:pt>
          <cx:pt idx="6848">43.068626867851542</cx:pt>
          <cx:pt idx="6849">68.405520201039565</cx:pt>
          <cx:pt idx="6850">55.038418545151309</cx:pt>
          <cx:pt idx="6851">49.381809170444185</cx:pt>
          <cx:pt idx="6852">67.822994722560466</cx:pt>
          <cx:pt idx="6853">60.310238169164805</cx:pt>
          <cx:pt idx="6854">41.636857933493431</cx:pt>
          <cx:pt idx="6855">39.183323838358994</cx:pt>
          <cx:pt idx="6856">55.054692482363585</cx:pt>
          <cx:pt idx="6857">58.710057250238506</cx:pt>
          <cx:pt idx="6858">39.204628999481258</cx:pt>
          <cx:pt idx="6859">53.150318200602378</cx:pt>
          <cx:pt idx="6860">50.46410741081371</cx:pt>
          <cx:pt idx="6861">54.823321479053213</cx:pt>
          <cx:pt idx="6862">60.886939865153266</cx:pt>
          <cx:pt idx="6863">59.963393577411864</cx:pt>
          <cx:pt idx="6864">37.336394606862157</cx:pt>
          <cx:pt idx="6865">62.231668614496108</cx:pt>
          <cx:pt idx="6866">51.56764420218758</cx:pt>
          <cx:pt idx="6867">37.269210982895679</cx:pt>
          <cx:pt idx="6868">51.670428984670608</cx:pt>
          <cx:pt idx="6869">27.696209879845458</cx:pt>
          <cx:pt idx="6870">37.690617290753408</cx:pt>
          <cx:pt idx="6871">35.975661846502987</cx:pt>
          <cx:pt idx="6872">64.025833818738334</cx:pt>
          <cx:pt idx="6873">53.923615367435211</cx:pt>
          <cx:pt idx="6874">49.23254075730307</cx:pt>
          <cx:pt idx="6875">55.768220512434681</cx:pt>
          <cx:pt idx="6876">35.276079708165341</cx:pt>
          <cx:pt idx="6877">47.12443792584174</cx:pt>
          <cx:pt idx="6878">33.694794743806114</cx:pt>
          <cx:pt idx="6879">48.145667069049665</cx:pt>
          <cx:pt idx="6880">52.729924125378631</cx:pt>
          <cx:pt idx="6881">57.115593547807187</cx:pt>
          <cx:pt idx="6882">49.115834847181866</cx:pt>
          <cx:pt idx="6883">60.881895391493579</cx:pt>
          <cx:pt idx="6884">51.811886550312089</cx:pt>
          <cx:pt idx="6885">45.404641823718855</cx:pt>
          <cx:pt idx="6886">48.746489071965989</cx:pt>
          <cx:pt idx="6887">46.536364249161622</cx:pt>
          <cx:pt idx="6888">37.369053168941697</cx:pt>
          <cx:pt idx="6889">50.26079644269911</cx:pt>
          <cx:pt idx="6890">51.048542283444647</cx:pt>
          <cx:pt idx="6891">76.347253429587397</cx:pt>
          <cx:pt idx="6892">38.211471979085907</cx:pt>
          <cx:pt idx="6893">57.889805040563935</cx:pt>
          <cx:pt idx="6894">32.288871248667206</cx:pt>
          <cx:pt idx="6895">50.278420893806725</cx:pt>
          <cx:pt idx="6896">51.540238216290419</cx:pt>
          <cx:pt idx="6897">68.484000454334094</cx:pt>
          <cx:pt idx="6898">65.297515681481315</cx:pt>
          <cx:pt idx="6899">42.992574896694414</cx:pt>
          <cx:pt idx="6900">52.002812575252833</cx:pt>
          <cx:pt idx="6901">56.212132014260831</cx:pt>
          <cx:pt idx="6902">44.458657725456035</cx:pt>
          <cx:pt idx="6903">68.033633090116268</cx:pt>
          <cx:pt idx="6904">60.498797779347541</cx:pt>
          <cx:pt idx="6905">38.356296712648913</cx:pt>
          <cx:pt idx="6906">52.960226788341856</cx:pt>
          <cx:pt idx="6907">44.711840754472021</cx:pt>
          <cx:pt idx="6908">37.559970677766493</cx:pt>
          <cx:pt idx="6909">43.458700835336394</cx:pt>
          <cx:pt idx="6910">49.433939671099942</cx:pt>
          <cx:pt idx="6911">36.631130699144961</cx:pt>
          <cx:pt idx="6912">34.561897594447473</cx:pt>
          <cx:pt idx="6913">49.760635333802824</cx:pt>
          <cx:pt idx="6914">48.513135789657376</cx:pt>
          <cx:pt idx="6915">49.029942272454051</cx:pt>
          <cx:pt idx="6916">43.437090695744793</cx:pt>
          <cx:pt idx="6917">49.835075187026938</cx:pt>
          <cx:pt idx="6918">47.486021323850039</cx:pt>
          <cx:pt idx="6919">62.324471606157303</cx:pt>
          <cx:pt idx="6920">53.887573969796485</cx:pt>
          <cx:pt idx="6921">32.101796786097026</cx:pt>
          <cx:pt idx="6922">43.030492267961414</cx:pt>
          <cx:pt idx="6923">46.854510624451272</cx:pt>
          <cx:pt idx="6924">65.942211081595161</cx:pt>
          <cx:pt idx="6925">72.864827515007249</cx:pt>
          <cx:pt idx="6926">56.235529402093988</cx:pt>
          <cx:pt idx="6927">38.985030463200722</cx:pt>
          <cx:pt idx="6928">57.684670176862824</cx:pt>
          <cx:pt idx="6929">47.259535127561264</cx:pt>
          <cx:pt idx="6930">48.141664714818837</cx:pt>
          <cx:pt idx="6931">62.283797177214922</cx:pt>
          <cx:pt idx="6932">56.251383853156206</cx:pt>
          <cx:pt idx="6933">60.047134421423948</cx:pt>
          <cx:pt idx="6934">50.79934139620849</cx:pt>
          <cx:pt idx="6935">35.848138220415422</cx:pt>
          <cx:pt idx="6936">48.545692663731799</cx:pt>
          <cx:pt idx="6937">57.874198646247542</cx:pt>
          <cx:pt idx="6938">59.453991899710161</cx:pt>
          <cx:pt idx="6939">72.440223986969798</cx:pt>
          <cx:pt idx="6940">44.050952503579254</cx:pt>
          <cx:pt idx="6941">53.274883915861729</cx:pt>
          <cx:pt idx="6942">47.551188634973371</cx:pt>
          <cx:pt idx="6943">50.226987815851288</cx:pt>
          <cx:pt idx="6944">64.963333977139371</cx:pt>
          <cx:pt idx="6945">40.823189789454403</cx:pt>
          <cx:pt idx="6946">64.355363924418953</cx:pt>
          <cx:pt idx="6947">40.792540955254367</cx:pt>
          <cx:pt idx="6948">46.914472742446044</cx:pt>
          <cx:pt idx="6949">51.012997042819372</cx:pt>
          <cx:pt idx="6950">72.96861765894289</cx:pt>
          <cx:pt idx="6951">51.954256326696324</cx:pt>
          <cx:pt idx="6952">66.129947974091408</cx:pt>
          <cx:pt idx="6953">56.368113278436155</cx:pt>
          <cx:pt idx="6954">31.948180523182266</cx:pt>
          <cx:pt idx="6955">45.377693317753966</cx:pt>
          <cx:pt idx="6956">54.777797124995558</cx:pt>
          <cx:pt idx="6957">55.736364561197206</cx:pt>
          <cx:pt idx="6958">52.686829123392506</cx:pt>
          <cx:pt idx="6959">65.588476019751312</cx:pt>
          <cx:pt idx="6960">33.99062154317042</cx:pt>
          <cx:pt idx="6961">61.882157468016231</cx:pt>
          <cx:pt idx="6962">61.453603789413933</cx:pt>
          <cx:pt idx="6963">40.664886364375292</cx:pt>
          <cx:pt idx="6964">58.073735514299315</cx:pt>
          <cx:pt idx="6965">55.258603426778897</cx:pt>
          <cx:pt idx="6966">57.482132140541182</cx:pt>
          <cx:pt idx="6967">50.542302812693961</cx:pt>
          <cx:pt idx="6968">51.213238739002463</cx:pt>
          <cx:pt idx="6969">41.685911366004042</cx:pt>
          <cx:pt idx="6970">60.706991418797976</cx:pt>
          <cx:pt idx="6971">67.063528697749817</cx:pt>
          <cx:pt idx="6972">39.959803108009986</cx:pt>
          <cx:pt idx="6973">45.151127456494628</cx:pt>
          <cx:pt idx="6974">52.925717557231572</cx:pt>
          <cx:pt idx="6975">39.348390615367023</cx:pt>
          <cx:pt idx="6976">57.521019445143196</cx:pt>
          <cx:pt idx="6977">69.17027755030368</cx:pt>
          <cx:pt idx="6978">24.374712536533885</cx:pt>
          <cx:pt idx="6979">69.130210536367144</cx:pt>
          <cx:pt idx="6980">50.828738082587357</cx:pt>
          <cx:pt idx="6981">38.09443802261562</cx:pt>
          <cx:pt idx="6982">41.762566013752441</cx:pt>
          <cx:pt idx="6983">47.239372524347253</cx:pt>
          <cx:pt idx="6984">43.028164297471371</cx:pt>
          <cx:pt idx="6985">41.419309826286408</cx:pt>
          <cx:pt idx="6986">33.321367800203589</cx:pt>
          <cx:pt idx="6987">48.072200097457241</cx:pt>
          <cx:pt idx="6988">69.201897724006216</cx:pt>
          <cx:pt idx="6989">45.577178300380524</cx:pt>
          <cx:pt idx="6990">54.724793342514261</cx:pt>
          <cx:pt idx="6991">46.020989489385904</cx:pt>
          <cx:pt idx="6992">41.41010114109956</cx:pt>
          <cx:pt idx="6993">42.27698986220004</cx:pt>
          <cx:pt idx="6994">46.994470660984128</cx:pt>
          <cx:pt idx="6995">57.724448080221222</cx:pt>
          <cx:pt idx="6996">49.17447656265032</cx:pt>
          <cx:pt idx="6997">46.699254601082785</cx:pt>
          <cx:pt idx="6998">67.472069151305675</cx:pt>
          <cx:pt idx="6999">45.93335824838266</cx:pt>
          <cx:pt idx="7000">60.734994813493643</cx:pt>
          <cx:pt idx="7001">34.258153734430437</cx:pt>
          <cx:pt idx="7002">50.399361509348907</cx:pt>
          <cx:pt idx="7003">56.20622881646301</cx:pt>
          <cx:pt idx="7004">63.985954229648144</cx:pt>
          <cx:pt idx="7005">50.863006030108927</cx:pt>
          <cx:pt idx="7006">50.636703543339223</cx:pt>
          <cx:pt idx="7007">47.028214101090015</cx:pt>
          <cx:pt idx="7008">56.144927638673458</cx:pt>
          <cx:pt idx="7009">61.565308409598444</cx:pt>
          <cx:pt idx="7010">48.656528648353373</cx:pt>
          <cx:pt idx="7011">53.493221184646025</cx:pt>
          <cx:pt idx="7012">53.08521870323748</cx:pt>
          <cx:pt idx="7013">50.598617404952776</cx:pt>
          <cx:pt idx="7014">47.977546264768577</cx:pt>
          <cx:pt idx="7015">44.685492217832845</cx:pt>
          <cx:pt idx="7016">44.989769350309231</cx:pt>
          <cx:pt idx="7017">62.940726416457338</cx:pt>
          <cx:pt idx="7018">55.486027174611444</cx:pt>
          <cx:pt idx="7019">46.127898187280081</cx:pt>
          <cx:pt idx="7020">56.308176835364925</cx:pt>
          <cx:pt idx="7021">62.732244578986752</cx:pt>
          <cx:pt idx="7022">62.257368646298211</cx:pt>
          <cx:pt idx="7023">35.487169708291681</cx:pt>
          <cx:pt idx="7024">52.62940153898856</cx:pt>
          <cx:pt idx="7025">54.511025917620678</cx:pt>
          <cx:pt idx="7026">52.637097724154216</cx:pt>
          <cx:pt idx="7027">44.899034622818029</cx:pt>
          <cx:pt idx="7028">55.337431497092233</cx:pt>
          <cx:pt idx="7029">75.689779037541314</cx:pt>
          <cx:pt idx="7030">56.558597385673657</cx:pt>
          <cx:pt idx="7031">41.765388110493539</cx:pt>
          <cx:pt idx="7032">67.0239413391825</cx:pt>
          <cx:pt idx="7033">33.441768504713451</cx:pt>
          <cx:pt idx="7034">46.661784445765655</cx:pt>
          <cx:pt idx="7035">35.451510188770136</cx:pt>
          <cx:pt idx="7036">45.7986309815605</cx:pt>
          <cx:pt idx="7037">55.099949678335193</cx:pt>
          <cx:pt idx="7038">36.749363479579685</cx:pt>
          <cx:pt idx="7039">56.174076074002926</cx:pt>
          <cx:pt idx="7040">56.792180403547604</cx:pt>
          <cx:pt idx="7041">51.457344265727272</cx:pt>
          <cx:pt idx="7042">48.050657942027328</cx:pt>
          <cx:pt idx="7043">64.589258813914299</cx:pt>
          <cx:pt idx="7044">53.071085972136594</cx:pt>
          <cx:pt idx="7045">52.14924048692982</cx:pt>
          <cx:pt idx="7046">47.726795702353215</cx:pt>
          <cx:pt idx="7047">64.618852085385171</cx:pt>
          <cx:pt idx="7048">48.492826759437229</cx:pt>
          <cx:pt idx="7049">49.713087177696167</cx:pt>
          <cx:pt idx="7050">55.435036465391562</cx:pt>
          <cx:pt idx="7051">34.801399239616082</cx:pt>
          <cx:pt idx="7052">69.747745648911518</cx:pt>
          <cx:pt idx="7053">68.958339751098947</cx:pt>
          <cx:pt idx="7054">58.613405816739089</cx:pt>
          <cx:pt idx="7055">52.325473885292318</cx:pt>
          <cx:pt idx="7056">53.341002371626715</cx:pt>
          <cx:pt idx="7057">53.240730038648032</cx:pt>
          <cx:pt idx="7058">49.520633360863179</cx:pt>
          <cx:pt idx="7059">38.146494945012059</cx:pt>
          <cx:pt idx="7060">47.189360739080726</cx:pt>
          <cx:pt idx="7061">34.623155058212618</cx:pt>
          <cx:pt idx="7062">33.486188907832791</cx:pt>
          <cx:pt idx="7063">45.078847566725209</cx:pt>
          <cx:pt idx="7064">50.399113822927511</cx:pt>
          <cx:pt idx="7065">39.071700507565076</cx:pt>
          <cx:pt idx="7066">58.340483771629899</cx:pt>
          <cx:pt idx="7067">49.547440086224022</cx:pt>
          <cx:pt idx="7068">54.986190810166775</cx:pt>
          <cx:pt idx="7069">40.969460161179462</cx:pt>
          <cx:pt idx="7070">52.898636051378261</cx:pt>
          <cx:pt idx="7071">48.018109624530993</cx:pt>
          <cx:pt idx="7072">42.941149365444637</cx:pt>
          <cx:pt idx="7073">34.215813892007866</cx:pt>
          <cx:pt idx="7074">59.899438192191901</cx:pt>
          <cx:pt idx="7075">60.991047019078906</cx:pt>
          <cx:pt idx="7076">49.099418846365865</cx:pt>
          <cx:pt idx="7077">42.342736809564293</cx:pt>
          <cx:pt idx="7078">37.475109681821195</cx:pt>
          <cx:pt idx="7079">68.710113812213052</cx:pt>
          <cx:pt idx="7080">46.911634500005363</cx:pt>
          <cx:pt idx="7081">45.061695848618356</cx:pt>
          <cx:pt idx="7082">41.70135652921887</cx:pt>
          <cx:pt idx="7083">64.916512955550559</cx:pt>
          <cx:pt idx="7084">57.068864710716106</cx:pt>
          <cx:pt idx="7085">42.25060511702538</cx:pt>
          <cx:pt idx="7086">53.465278120290911</cx:pt>
          <cx:pt idx="7087">58.163666912437407</cx:pt>
          <cx:pt idx="7088">45.309805812642516</cx:pt>
          <cx:pt idx="7089">42.702887399920101</cx:pt>
          <cx:pt idx="7090">52.80509559893116</cx:pt>
          <cx:pt idx="7091">60.679299822503118</cx:pt>
          <cx:pt idx="7092">53.097605588617924</cx:pt>
          <cx:pt idx="7093">43.541764426756188</cx:pt>
          <cx:pt idx="7094">43.983278641631458</cx:pt>
          <cx:pt idx="7095">40.200949259674758</cx:pt>
          <cx:pt idx="7096">46.55350712762197</cx:pt>
          <cx:pt idx="7097">65.939208544145615</cx:pt>
          <cx:pt idx="7098">46.779229505935341</cx:pt>
          <cx:pt idx="7099">68.355686979726144</cx:pt>
          <cx:pt idx="7100">52.58346135421786</cx:pt>
          <cx:pt idx="7101">48.023156588233959</cx:pt>
          <cx:pt idx="7102">61.505667500053576</cx:pt>
          <cx:pt idx="7103">56.803185955362281</cx:pt>
          <cx:pt idx="7104">58.061067494281481</cx:pt>
          <cx:pt idx="7105">46.327739972747295</cx:pt>
          <cx:pt idx="7106">44.924053028461003</cx:pt>
          <cx:pt idx="7107">52.938169007831199</cx:pt>
          <cx:pt idx="7108">58.220043787896984</cx:pt>
          <cx:pt idx="7109">48.935451734293181</cx:pt>
          <cx:pt idx="7110">59.34553768435309</cx:pt>
          <cx:pt idx="7111">67.360422106919643</cx:pt>
          <cx:pt idx="7112">54.128948223630523</cx:pt>
          <cx:pt idx="7113">74.440502936061463</cx:pt>
          <cx:pt idx="7114">30.521438254493855</cx:pt>
          <cx:pt idx="7115">53.477934982984742</cx:pt>
          <cx:pt idx="7116">52.989805006190956</cx:pt>
          <cx:pt idx="7117">27.22024979374622</cx:pt>
          <cx:pt idx="7118">52.103660907695584</cx:pt>
          <cx:pt idx="7119">30.524588698474687</cx:pt>
          <cx:pt idx="7120">46.351100323995922</cx:pt>
          <cx:pt idx="7121">61.607809457114847</cx:pt>
          <cx:pt idx="7122">58.548195446785968</cx:pt>
          <cx:pt idx="7123">42.278936526077679</cx:pt>
          <cx:pt idx="7124">52.260961855921835</cx:pt>
          <cx:pt idx="7125">49.904469405626344</cx:pt>
          <cx:pt idx="7126">53.544731642341134</cx:pt>
          <cx:pt idx="7127">27.866498678731382</cx:pt>
          <cx:pt idx="7128">47.83484933522687</cx:pt>
          <cx:pt idx="7129">41.574878421378585</cx:pt>
          <cx:pt idx="7130">55.303164055494157</cx:pt>
          <cx:pt idx="7131">46.531535502212904</cx:pt>
          <cx:pt idx="7132">47.865801147404603</cx:pt>
          <cx:pt idx="7133">43.555767964393311</cx:pt>
          <cx:pt idx="7134">36.325861313108142</cx:pt>
          <cx:pt idx="7135">51.574918989099331</cx:pt>
          <cx:pt idx="7136">52.664888716600842</cx:pt>
          <cx:pt idx="7137">58.653429197570162</cx:pt>
          <cx:pt idx="7138">72.361208270477505</cx:pt>
          <cx:pt idx="7139">50.365245258027116</cx:pt>
          <cx:pt idx="7140">36.283521540699667</cx:pt>
          <cx:pt idx="7141">41.215157118856197</cx:pt>
          <cx:pt idx="7142">46.612909963843599</cx:pt>
          <cx:pt idx="7143">51.726874175222981</cx:pt>
          <cx:pt idx="7144">47.40634314462897</cx:pt>
          <cx:pt idx="7145">38.679261212708347</cx:pt>
          <cx:pt idx="7146">38.824116689612737</cx:pt>
          <cx:pt idx="7147">55.843710309119686</cx:pt>
          <cx:pt idx="7148">66.971537500568445</cx:pt>
          <cx:pt idx="7149">48.809598570517757</cx:pt>
          <cx:pt idx="7150">39.945920516086801</cx:pt>
          <cx:pt idx="7151">44.755076800219932</cx:pt>
          <cx:pt idx="7152">47.070238589775201</cx:pt>
          <cx:pt idx="7153">47.532471126006669</cx:pt>
          <cx:pt idx="7154">50.135973686595186</cx:pt>
          <cx:pt idx="7155">38.999213764787214</cx:pt>
          <cx:pt idx="7156">56.394103996166336</cx:pt>
          <cx:pt idx="7157">50.547429580055216</cx:pt>
          <cx:pt idx="7158">74.056109892160123</cx:pt>
          <cx:pt idx="7159">48.929354413866626</cx:pt>
          <cx:pt idx="7160">41.830427423418598</cx:pt>
          <cx:pt idx="7161">46.991592111057614</cx:pt>
          <cx:pt idx="7162">63.455400557142319</cx:pt>
          <cx:pt idx="7163">50.975431155822484</cx:pt>
          <cx:pt idx="7164">56.853124612058117</cx:pt>
          <cx:pt idx="7165">57.517216004318854</cx:pt>
          <cx:pt idx="7166">49.8006176457096</cx:pt>
          <cx:pt idx="7167">58.917582959974048</cx:pt>
          <cx:pt idx="7168">55.917137108570905</cx:pt>
          <cx:pt idx="7169">61.585836691492148</cx:pt>
          <cx:pt idx="7170">78.046469947530028</cx:pt>
          <cx:pt idx="7171">61.617773372996574</cx:pt>
          <cx:pt idx="7172">57.40729954255162</cx:pt>
          <cx:pt idx="7173">65.919518818844622</cx:pt>
          <cx:pt idx="7174">44.33125131886807</cx:pt>
          <cx:pt idx="7175">67.777293231032488</cx:pt>
          <cx:pt idx="7176">64.155963113122439</cx:pt>
          <cx:pt idx="7177">50.581321291630516</cx:pt>
          <cx:pt idx="7178">54.334943813545237</cx:pt>
          <cx:pt idx="7179">62.392486958020747</cx:pt>
          <cx:pt idx="7180">68.084400981621741</cx:pt>
          <cx:pt idx="7181">56.787860152064191</cx:pt>
          <cx:pt idx="7182">70.859566200030173</cx:pt>
          <cx:pt idx="7183">51.412813892072244</cx:pt>
          <cx:pt idx="7184">43.645255747638444</cx:pt>
          <cx:pt idx="7185">51.440150137184872</cx:pt>
          <cx:pt idx="7186">48.101167354210823</cx:pt>
          <cx:pt idx="7187">37.458027012592765</cx:pt>
          <cx:pt idx="7188">40.247682438750743</cx:pt>
          <cx:pt idx="7189">69.111352409477817</cx:pt>
          <cx:pt idx="7190">49.86653281681761</cx:pt>
          <cx:pt idx="7191">54.944953058768938</cx:pt>
          <cx:pt idx="7192">62.50588782737092</cx:pt>
          <cx:pt idx="7193">55.985433327792705</cx:pt>
          <cx:pt idx="7194">42.964652632345732</cx:pt>
          <cx:pt idx="7195">46.092940159923536</cx:pt>
          <cx:pt idx="7196">51.937092576449373</cx:pt>
          <cx:pt idx="7197">51.683907720561869</cx:pt>
          <cx:pt idx="7198">48.446885232041126</cx:pt>
          <cx:pt idx="7199">44.826613414271257</cx:pt>
          <cx:pt idx="7200">37.239321812533277</cx:pt>
          <cx:pt idx="7201">57.79554350269769</cx:pt>
          <cx:pt idx="7202">50.709783934682839</cx:pt>
          <cx:pt idx="7203">68.379594841683655</cx:pt>
          <cx:pt idx="7204">54.716853503130586</cx:pt>
          <cx:pt idx="7205">45.841259993694671</cx:pt>
          <cx:pt idx="7206">51.493505271761968</cx:pt>
          <cx:pt idx="7207">47.144940780296743</cx:pt>
          <cx:pt idx="7208">42.513185154918915</cx:pt>
          <cx:pt idx="7209">30.978691402492437</cx:pt>
          <cx:pt idx="7210">44.008858263360551</cx:pt>
          <cx:pt idx="7211">55.322618040425361</cx:pt>
          <cx:pt idx="7212">34.29584346101646</cx:pt>
          <cx:pt idx="7213">52.457473748008098</cx:pt>
          <cx:pt idx="7214">30.026163493427777</cx:pt>
          <cx:pt idx="7215">72.802528754035535</cx:pt>
          <cx:pt idx="7216">63.208190006563541</cx:pt>
          <cx:pt idx="7217">48.43583451612789</cx:pt>
          <cx:pt idx="7218">49.31991023759209</cx:pt>
          <cx:pt idx="7219">56.879600456620864</cx:pt>
          <cx:pt idx="7220">51.753301093021889</cx:pt>
          <cx:pt idx="7221">50.143442489785677</cx:pt>
          <cx:pt idx="7222">49.651840511107537</cx:pt>
          <cx:pt idx="7223">31.298060830302084</cx:pt>
          <cx:pt idx="7224">59.581206388708985</cx:pt>
          <cx:pt idx="7225">49.167031816761487</cx:pt>
          <cx:pt idx="7226">35.120469582280137</cx:pt>
          <cx:pt idx="7227">43.847947840110095</cx:pt>
          <cx:pt idx="7228">41.17906636899724</cx:pt>
          <cx:pt idx="7229">45.906353477425995</cx:pt>
          <cx:pt idx="7230">56.601276684888575</cx:pt>
          <cx:pt idx="7231">56.913111592052104</cx:pt>
          <cx:pt idx="7232">54.636317661572228</cx:pt>
          <cx:pt idx="7233">66.514439406017146</cx:pt>
          <cx:pt idx="7234">51.491775384319254</cx:pt>
          <cx:pt idx="7235">39.556909928498413</cx:pt>
          <cx:pt idx="7236">52.512414937081957</cx:pt>
          <cx:pt idx="7237">40.462826008477208</cx:pt>
          <cx:pt idx="7238">57.93325945323442</cx:pt>
          <cx:pt idx="7239">47.689002170809424</cx:pt>
          <cx:pt idx="7240">53.16685998677459</cx:pt>
          <cx:pt idx="7241">45.562622833356812</cx:pt>
          <cx:pt idx="7242">37.914871292764275</cx:pt>
          <cx:pt idx="7243">58.077658506881576</cx:pt>
          <cx:pt idx="7244">55.919880688813784</cx:pt>
          <cx:pt idx="7245">61.354901911658608</cx:pt>
          <cx:pt idx="7246">32.58968349994543</cx:pt>
          <cx:pt idx="7247">51.180622499135453</cx:pt>
          <cx:pt idx="7248">50.054813396995144</cx:pt>
          <cx:pt idx="7249">43.670897827160459</cx:pt>
          <cx:pt idx="7250">55.28700494752001</cx:pt>
          <cx:pt idx="7251">44.82926603871136</cx:pt>
          <cx:pt idx="7252">41.044593575101061</cx:pt>
          <cx:pt idx="7253">43.073203956597681</cx:pt>
          <cx:pt idx="7254">53.343425943710798</cx:pt>
          <cx:pt idx="7255">55.800680426780659</cx:pt>
          <cx:pt idx="7256">52.634668542784425</cx:pt>
          <cx:pt idx="7257">51.806166884413223</cx:pt>
          <cx:pt idx="7258">65.35101066569338</cx:pt>
          <cx:pt idx="7259">59.155754652216181</cx:pt>
          <cx:pt idx="7260">51.534254250276248</cx:pt>
          <cx:pt idx="7261">53.070033005360401</cx:pt>
          <cx:pt idx="7262">69.25892032054648</cx:pt>
          <cx:pt idx="7263">35.858491955643842</cx:pt>
          <cx:pt idx="7264">61.119183946653379</cx:pt>
          <cx:pt idx="7265">31.696132745855778</cx:pt>
          <cx:pt idx="7266">51.811217199155841</cx:pt>
          <cx:pt idx="7267">70.539533549336142</cx:pt>
          <cx:pt idx="7268">54.0822178080426</cx:pt>
          <cx:pt idx="7269">40.731058216025701</cx:pt>
          <cx:pt idx="7270">64.0612650945273</cx:pt>
          <cx:pt idx="7271">49.346118493564575</cx:pt>
          <cx:pt idx="7272">79.552439129552894</cx:pt>
          <cx:pt idx="7273">40.128434060118252</cx:pt>
          <cx:pt idx="7274">36.402674043723394</cx:pt>
          <cx:pt idx="7275">38.305828747189224</cx:pt>
          <cx:pt idx="7276">55.998966351406629</cx:pt>
          <cx:pt idx="7277">54.191488222579856</cx:pt>
          <cx:pt idx="7278">52.250023883318903</cx:pt>
          <cx:pt idx="7279">31.468976216278858</cx:pt>
          <cx:pt idx="7280">50.728295285387823</cx:pt>
          <cx:pt idx="7281">50.443154907503789</cx:pt>
          <cx:pt idx="7282">36.852655459361195</cx:pt>
          <cx:pt idx="7283">49.214315276046662</cx:pt>
          <cx:pt idx="7284">45.224825107160605</cx:pt>
          <cx:pt idx="7285">43.23077506647212</cx:pt>
          <cx:pt idx="7286">44.94025222985168</cx:pt>
          <cx:pt idx="7287">62.353956627606863</cx:pt>
          <cx:pt idx="7288">45.107965099376322</cx:pt>
          <cx:pt idx="7289">41.43221947565241</cx:pt>
          <cx:pt idx="7290">55.681430578218077</cx:pt>
          <cx:pt idx="7291">40.741476584811281</cx:pt>
          <cx:pt idx="7292">48.126297034958377</cx:pt>
          <cx:pt idx="7293">48.3816465805047</cx:pt>
          <cx:pt idx="7294">65.264880614211222</cx:pt>
          <cx:pt idx="7295">47.888463753309885</cx:pt>
          <cx:pt idx="7296">50.390093578913138</cx:pt>
          <cx:pt idx="7297">32.985273396247372</cx:pt>
          <cx:pt idx="7298">42.631383969558819</cx:pt>
          <cx:pt idx="7299">51.503526709183227</cx:pt>
          <cx:pt idx="7300">58.019564707778471</cx:pt>
          <cx:pt idx="7301">50.285297856510645</cx:pt>
          <cx:pt idx="7302">40.307973532205722</cx:pt>
          <cx:pt idx="7303">59.444740428206146</cx:pt>
          <cx:pt idx="7304">57.903297747948244</cx:pt>
          <cx:pt idx="7305">41.554035506719465</cx:pt>
          <cx:pt idx="7306">38.255460760863556</cx:pt>
          <cx:pt idx="7307">53.836107925670511</cx:pt>
          <cx:pt idx="7308">28.990816635500668</cx:pt>
          <cx:pt idx="7309">52.282228846394659</cx:pt>
          <cx:pt idx="7310">32.771982230518915</cx:pt>
          <cx:pt idx="7311">39.531845712359036</cx:pt>
          <cx:pt idx="7312">60.569460631292621</cx:pt>
          <cx:pt idx="7313">49.945526640331046</cx:pt>
          <cx:pt idx="7314">61.514562463451753</cx:pt>
          <cx:pt idx="7315">45.529891492820553</cx:pt>
          <cx:pt idx="7316">33.664683590085836</cx:pt>
          <cx:pt idx="7317">51.690285193033674</cx:pt>
          <cx:pt idx="7318">52.343679465168528</cx:pt>
          <cx:pt idx="7319">50.291508458579678</cx:pt>
          <cx:pt idx="7320">59.646785065569077</cx:pt>
          <cx:pt idx="7321">60.878410962219775</cx:pt>
          <cx:pt idx="7322">39.94114925165357</cx:pt>
          <cx:pt idx="7323">38.080242708127464</cx:pt>
          <cx:pt idx="7324">62.171435479773208</cx:pt>
          <cx:pt idx="7325">32.847311452915982</cx:pt>
          <cx:pt idx="7326">49.596492983008034</cx:pt>
          <cx:pt idx="7327">57.646318596913396</cx:pt>
          <cx:pt idx="7328">55.15754374178367</cx:pt>
          <cx:pt idx="7329">44.58469987855301</cx:pt>
          <cx:pt idx="7330">71.701882560619936</cx:pt>
          <cx:pt idx="7331">69.207619777900177</cx:pt>
          <cx:pt idx="7332">40.827083475676908</cx:pt>
          <cx:pt idx="7333">40.959899626128291</cx:pt>
          <cx:pt idx="7334">45.469095965800541</cx:pt>
          <cx:pt idx="7335">50.696636266031497</cx:pt>
          <cx:pt idx="7336">50.032467915854923</cx:pt>
          <cx:pt idx="7337">36.45559882760287</cx:pt>
          <cx:pt idx="7338">48.083718742872954</cx:pt>
          <cx:pt idx="7339">57.911125125930134</cx:pt>
          <cx:pt idx="7340">58.510446892435922</cx:pt>
          <cx:pt idx="7341">44.239186113278024</cx:pt>
          <cx:pt idx="7342">49.995508776716612</cx:pt>
          <cx:pt idx="7343">53.266300853758466</cx:pt>
          <cx:pt idx="7344">29.077304227534665</cx:pt>
          <cx:pt idx="7345">50.18215562830504</cx:pt>
          <cx:pt idx="7346">51.214432128981706</cx:pt>
          <cx:pt idx="7347">71.024392851218607</cx:pt>
          <cx:pt idx="7348">47.830531314978131</cx:pt>
          <cx:pt idx="7349">46.599041624447224</cx:pt>
          <cx:pt idx="7350">49.184645451173395</cx:pt>
          <cx:pt idx="7351">52.257538623323278</cx:pt>
          <cx:pt idx="7352">44.177294583026821</cx:pt>
          <cx:pt idx="7353">42.698240535631811</cx:pt>
          <cx:pt idx="7354">49.790283210247537</cx:pt>
          <cx:pt idx="7355">67.881624976833479</cx:pt>
          <cx:pt idx="7356">60.294014597394835</cx:pt>
          <cx:pt idx="7357">48.408357784699994</cx:pt>
          <cx:pt idx="7358">59.66263873663155</cx:pt>
          <cx:pt idx="7359">72.272262242212292</cx:pt>
          <cx:pt idx="7360">44.553496133383767</cx:pt>
          <cx:pt idx="7361">53.637902863826952</cx:pt>
          <cx:pt idx="7362">58.47860133877186</cx:pt>
          <cx:pt idx="7363">59.960448575532027</cx:pt>
          <cx:pt idx="7364">46.596188934077624</cx:pt>
          <cx:pt idx="7365">54.91503900333754</cx:pt>
          <cx:pt idx="7366">62.277624386470194</cx:pt>
          <cx:pt idx="7367">56.459652674213025</cx:pt>
          <cx:pt idx="7368">46.400576541790734</cx:pt>
          <cx:pt idx="7369">59.904415469721187</cx:pt>
          <cx:pt idx="7370">48.612979826730736</cx:pt>
          <cx:pt idx="7371">57.562053653968924</cx:pt>
          <cx:pt idx="7372">42.803194792947117</cx:pt>
          <cx:pt idx="7373">55.403131522011137</cx:pt>
          <cx:pt idx="7374">41.249724806318127</cx:pt>
          <cx:pt idx="7375">50.296805213726437</cx:pt>
          <cx:pt idx="7376">30.802470487718768</cx:pt>
          <cx:pt idx="7377">47.986101325925105</cx:pt>
          <cx:pt idx="7378">56.865734209500985</cx:pt>
          <cx:pt idx="7379">45.963329000256529</cx:pt>
          <cx:pt idx="7380">61.41262924454302</cx:pt>
          <cx:pt idx="7381">45.048993607184215</cx:pt>
          <cx:pt idx="7382">33.095570635700668</cx:pt>
          <cx:pt idx="7383">62.596408813166803</cx:pt>
          <cx:pt idx="7384">59.867830345510832</cx:pt>
          <cx:pt idx="7385">66.153374773347934</cx:pt>
          <cx:pt idx="7386">68.329343986338685</cx:pt>
          <cx:pt idx="7387">59.487371838538522</cx:pt>
          <cx:pt idx="7388">51.411939808592471</cx:pt>
          <cx:pt idx="7389">59.014088033043734</cx:pt>
          <cx:pt idx="7390">27.662851191117795</cx:pt>
          <cx:pt idx="7391">45.690605572142452</cx:pt>
          <cx:pt idx="7392">65.978902637710277</cx:pt>
          <cx:pt idx="7393">51.293689175547478</cx:pt>
          <cx:pt idx="7394">58.798301839537615</cx:pt>
          <cx:pt idx="7395">45.866604998125965</cx:pt>
          <cx:pt idx="7396">33.710513933713102</cx:pt>
          <cx:pt idx="7397">60.657491673045875</cx:pt>
          <cx:pt idx="7398">48.275359359651503</cx:pt>
          <cx:pt idx="7399">46.462711626233258</cx:pt>
          <cx:pt idx="7400">71.011406811614606</cx:pt>
          <cx:pt idx="7401">47.322798908867441</cx:pt>
          <cx:pt idx="7402">52.775080646964796</cx:pt>
          <cx:pt idx="7403">55.078225621843202</cx:pt>
          <cx:pt idx="7404">66.588466328898676</cx:pt>
          <cx:pt idx="7405">56.855917934620294</cx:pt>
          <cx:pt idx="7406">66.081588219738308</cx:pt>
          <cx:pt idx="7407">51.984539913563452</cx:pt>
          <cx:pt idx="7408">65.547020853228247</cx:pt>
          <cx:pt idx="7409">58.351447174160811</cx:pt>
          <cx:pt idx="7410">50.344830466532791</cx:pt>
          <cx:pt idx="7411">62.168025552725581</cx:pt>
          <cx:pt idx="7412">41.518619822690937</cx:pt>
          <cx:pt idx="7413">49.763923943323761</cx:pt>
          <cx:pt idx="7414">54.116835876305629</cx:pt>
          <cx:pt idx="7415">41.568520543863542</cx:pt>
          <cx:pt idx="7416">52.770724760008839</cx:pt>
          <cx:pt idx="7417">40.190377707781622</cx:pt>
          <cx:pt idx="7418">49.157269236833699</cx:pt>
          <cx:pt idx="7419">61.432293134928244</cx:pt>
          <cx:pt idx="7420">52.616556355988223</cx:pt>
          <cx:pt idx="7421">65.57280580023901</cx:pt>
          <cx:pt idx="7422">59.949385075813474</cx:pt>
          <cx:pt idx="7423">56.87003110289713</cx:pt>
          <cx:pt idx="7424">50.973303113653451</cx:pt>
          <cx:pt idx="7425">42.77179598120199</cx:pt>
          <cx:pt idx="7426">58.19640573839429</cx:pt>
          <cx:pt idx="7427">52.305861084709115</cx:pt>
          <cx:pt idx="7428">56.952480899525128</cx:pt>
          <cx:pt idx="7429">81.424774227229477</cx:pt>
          <cx:pt idx="7430">48.943926882916529</cx:pt>
          <cx:pt idx="7431">36.278011972208063</cx:pt>
          <cx:pt idx="7432">34.953763321088275</cx:pt>
          <cx:pt idx="7433">43.880907495201981</cx:pt>
          <cx:pt idx="7434">31.529565984922488</cx:pt>
          <cx:pt idx="7435">49.655423790663505</cx:pt>
          <cx:pt idx="7436">46.780224097314843</cx:pt>
          <cx:pt idx="7437">40.303770370294991</cx:pt>
          <cx:pt idx="7438">62.064262706703303</cx:pt>
          <cx:pt idx="7439">46.156931652353684</cx:pt>
          <cx:pt idx="7440">44.939695411748978</cx:pt>
          <cx:pt idx="7441">57.988924079321563</cx:pt>
          <cx:pt idx="7442">52.094781443394368</cx:pt>
          <cx:pt idx="7443">45.998013162662659</cx:pt>
          <cx:pt idx="7444">37.635722581164757</cx:pt>
          <cx:pt idx="7445">44.351688844274939</cx:pt>
          <cx:pt idx="7446">47.676824828237088</cx:pt>
          <cx:pt idx="7447">35.42987862449489</cx:pt>
          <cx:pt idx="7448">24.292254283160084</cx:pt>
          <cx:pt idx="7449">50.265420323128232</cx:pt>
          <cx:pt idx="7450">61.734887816705744</cx:pt>
          <cx:pt idx="7451">40.447769303936909</cx:pt>
          <cx:pt idx="7452">43.969416490739704</cx:pt>
          <cx:pt idx="7453">63.880909926139893</cx:pt>
          <cx:pt idx="7454">53.717902123931928</cx:pt>
          <cx:pt idx="7455">47.319996302952468</cx:pt>
          <cx:pt idx="7456">63.471263257339047</cx:pt>
          <cx:pt idx="7457">63.529123636373434</cx:pt>
          <cx:pt idx="7458">55.922379538234665</cx:pt>
          <cx:pt idx="7459">66.148670309937458</cx:pt>
          <cx:pt idx="7460">31.904451493125869</cx:pt>
          <cx:pt idx="7461">45.694821197479726</cx:pt>
          <cx:pt idx="7462">52.848898410680611</cx:pt>
          <cx:pt idx="7463">44.998208984057925</cx:pt>
          <cx:pt idx="7464">36.537076336387884</cx:pt>
          <cx:pt idx="7465">51.783999129288773</cx:pt>
          <cx:pt idx="7466">37.66303722158915</cx:pt>
          <cx:pt idx="7467">47.974928472198457</cx:pt>
          <cx:pt idx="7468">51.162001684685364</cx:pt>
          <cx:pt idx="7469">53.461990573348729</cx:pt>
          <cx:pt idx="7470">37.078057232288735</cx:pt>
          <cx:pt idx="7471">36.21036909681839</cx:pt>
          <cx:pt idx="7472">59.486290650432586</cx:pt>
          <cx:pt idx="7473">39.168557290006703</cx:pt>
          <cx:pt idx="7474">39.065527003492868</cx:pt>
          <cx:pt idx="7475">60.919649745770812</cx:pt>
          <cx:pt idx="7476">59.097629992142217</cx:pt>
          <cx:pt idx="7477">52.630872956885959</cx:pt>
          <cx:pt idx="7478">37.559530604641104</cx:pt>
          <cx:pt idx="7479">59.440968567075046</cx:pt>
          <cx:pt idx="7480">63.8521238381026</cx:pt>
          <cx:pt idx="7481">57.999559513526826</cx:pt>
          <cx:pt idx="7482">52.989641817007076</cx:pt>
          <cx:pt idx="7483">59.326860252522707</cx:pt>
          <cx:pt idx="7484">56.922404108794133</cx:pt>
          <cx:pt idx="7485">34.098290762602694</cx:pt>
          <cx:pt idx="7486">61.360700340348032</cx:pt>
          <cx:pt idx="7487">51.31940005664012</cx:pt>
          <cx:pt idx="7488">56.322647270798846</cx:pt>
          <cx:pt idx="7489">49.220857497520505</cx:pt>
          <cx:pt idx="7490">54.904812727830262</cx:pt>
          <cx:pt idx="7491">41.412039989298698</cx:pt>
          <cx:pt idx="7492">52.621547513868599</cx:pt>
          <cx:pt idx="7493">70.764988829410854</cx:pt>
          <cx:pt idx="7494">51.564036352472968</cx:pt>
          <cx:pt idx="7495">29.655299621603312</cx:pt>
          <cx:pt idx="7496">38.800295516729584</cx:pt>
          <cx:pt idx="7497">58.035622082894378</cx:pt>
          <cx:pt idx="7498">63.870314569231041</cx:pt>
          <cx:pt idx="7499">51.077091705598683</cx:pt>
          <cx:pt idx="7500">53.79401861694992</cx:pt>
          <cx:pt idx="7501">51.122577270495974</cx:pt>
          <cx:pt idx="7502">47.932000310933795</cx:pt>
          <cx:pt idx="7503">36.647218889524709</cx:pt>
          <cx:pt idx="7504">55.357791712594945</cx:pt>
          <cx:pt idx="7505">54.484388410537392</cx:pt>
          <cx:pt idx="7506">53.606210831384644</cx:pt>
          <cx:pt idx="7507">49.474347805721941</cx:pt>
          <cx:pt idx="7508">57.147838116990947</cx:pt>
          <cx:pt idx="7509">48.93955739312328</cx:pt>
          <cx:pt idx="7510">47.681485786089979</cx:pt>
          <cx:pt idx="7511">56.920394595197379</cx:pt>
          <cx:pt idx="7512">52.536682256803559</cx:pt>
          <cx:pt idx="7513">42.701589708192799</cx:pt>
          <cx:pt idx="7514">53.634444397944371</cx:pt>
          <cx:pt idx="7515">56.578941893298563</cx:pt>
          <cx:pt idx="7516">51.572356720410561</cx:pt>
          <cx:pt idx="7517">30.548511383224447</cx:pt>
          <cx:pt idx="7518">41.022332649895631</cx:pt>
          <cx:pt idx="7519">50.10978499729228</cx:pt>
          <cx:pt idx="7520">51.999810350870355</cx:pt>
          <cx:pt idx="7521">67.417023163125592</cx:pt>
          <cx:pt idx="7522">51.813834370228214</cx:pt>
          <cx:pt idx="7523">34.775905934617235</cx:pt>
          <cx:pt idx="7524">46.457678223231426</cx:pt>
          <cx:pt idx="7525">47.269192796330223</cx:pt>
          <cx:pt idx="7526">53.350250424965886</cx:pt>
          <cx:pt idx="7527">37.046891748517297</cx:pt>
          <cx:pt idx="7528">58.853553821555955</cx:pt>
          <cx:pt idx="7529">46.686474498295418</cx:pt>
          <cx:pt idx="7530">42.792831392175891</cx:pt>
          <cx:pt idx="7531">69.328633337566401</cx:pt>
          <cx:pt idx="7532">39.134989991663545</cx:pt>
          <cx:pt idx="7533">56.666807681690621</cx:pt>
          <cx:pt idx="7534">71.707858183092526</cx:pt>
          <cx:pt idx="7535">55.635285236948675</cx:pt>
          <cx:pt idx="7536">36.560532592487895</cx:pt>
          <cx:pt idx="7537">51.220152894965082</cx:pt>
          <cx:pt idx="7538">65.934040819756504</cx:pt>
          <cx:pt idx="7539">57.995775295097019</cx:pt>
          <cx:pt idx="7540">65.39992933882219</cx:pt>
          <cx:pt idx="7541">51.27192886681155</cx:pt>
          <cx:pt idx="7542">55.384382612471263</cx:pt>
          <cx:pt idx="7543">53.046413745591238</cx:pt>
          <cx:pt idx="7544">62.562222663540055</cx:pt>
          <cx:pt idx="7545">46.146578180601431</cx:pt>
          <cx:pt idx="7546">46.104824630220342</cx:pt>
          <cx:pt idx="7547">42.942224479512049</cx:pt>
          <cx:pt idx="7548">55.789818118397861</cx:pt>
          <cx:pt idx="7549">51.880058079446513</cx:pt>
          <cx:pt idx="7550">37.167129263308652</cx:pt>
          <cx:pt idx="7551">61.062691765789232</cx:pt>
          <cx:pt idx="7552">58.02392346675127</cx:pt>
          <cx:pt idx="7553">47.296220058626645</cx:pt>
          <cx:pt idx="7554">54.037683498470152</cx:pt>
          <cx:pt idx="7555">45.689639713525132</cx:pt>
          <cx:pt idx="7556">54.964571508889904</cx:pt>
          <cx:pt idx="7557">49.934881365503216</cx:pt>
          <cx:pt idx="7558">42.18733231987472</cx:pt>
          <cx:pt idx="7559">60.238453286943063</cx:pt>
          <cx:pt idx="7560">53.998652294804252</cx:pt>
          <cx:pt idx="7561">59.199240254786908</cx:pt>
          <cx:pt idx="7562">54.420357628158669</cx:pt>
          <cx:pt idx="7563">56.272686032931595</cx:pt>
          <cx:pt idx="7564">48.695041915446538</cx:pt>
          <cx:pt idx="7565">45.81201966354427</cx:pt>
          <cx:pt idx="7566">64.29033079294976</cx:pt>
          <cx:pt idx="7567">43.347978025582897</cx:pt>
          <cx:pt idx="7568">56.800184699978693</cx:pt>
          <cx:pt idx="7569">53.087010455645327</cx:pt>
          <cx:pt idx="7570">31.477768415830113</cx:pt>
          <cx:pt idx="7571">52.471235632881452</cx:pt>
          <cx:pt idx="7572">41.538154294776859</cx:pt>
          <cx:pt idx="7573">52.368333148773054</cx:pt>
          <cx:pt idx="7574">41.925956675464555</cx:pt>
          <cx:pt idx="7575">46.896593515812938</cx:pt>
          <cx:pt idx="7576">58.07493322269373</cx:pt>
          <cx:pt idx="7577">44.292866349016677</cx:pt>
          <cx:pt idx="7578">61.214187270090122</cx:pt>
          <cx:pt idx="7579">59.657283575189084</cx:pt>
          <cx:pt idx="7580">47.30528363496699</cx:pt>
          <cx:pt idx="7581">47.905170235779948</cx:pt>
          <cx:pt idx="7582">52.04452399319959</cx:pt>
          <cx:pt idx="7583">51.172008439130586</cx:pt>
          <cx:pt idx="7584">52.591063776377695</cx:pt>
          <cx:pt idx="7585">77.161390275145095</cx:pt>
          <cx:pt idx="7586">59.869004469819785</cx:pt>
          <cx:pt idx="7587">36.1476839312134</cx:pt>
          <cx:pt idx="7588">76.317235153113003</cx:pt>
          <cx:pt idx="7589">51.806632784053193</cx:pt>
          <cx:pt idx="7590">54.681158602604199</cx:pt>
          <cx:pt idx="7591">33.764337339009757</cx:pt>
          <cx:pt idx="7592">42.597541711188875</cx:pt>
          <cx:pt idx="7593">66.932555365156119</cx:pt>
          <cx:pt idx="7594">37.072300993720077</cx:pt>
          <cx:pt idx="7595">37.486693658488832</cx:pt>
          <cx:pt idx="7596">46.31810753963363</cx:pt>
          <cx:pt idx="7597">39.104806840252913</cx:pt>
          <cx:pt idx="7598">59.213490376452398</cx:pt>
          <cx:pt idx="7599">47.470997913321831</cx:pt>
          <cx:pt idx="7600">43.124913708324669</cx:pt>
          <cx:pt idx="7601">46.401487051024702</cx:pt>
          <cx:pt idx="7602">52.607443584338064</cx:pt>
          <cx:pt idx="7603">50.04043523303217</cx:pt>
          <cx:pt idx="7604">57.702512818334633</cx:pt>
          <cx:pt idx="7605">63.753495393009814</cx:pt>
          <cx:pt idx="7606">52.753380600194184</cx:pt>
          <cx:pt idx="7607">53.050961931493539</cx:pt>
          <cx:pt idx="7608">55.775991211509051</cx:pt>
          <cx:pt idx="7609">36.447412161315889</cx:pt>
          <cx:pt idx="7610">67.552263140847288</cx:pt>
          <cx:pt idx="7611">58.910609539686014</cx:pt>
          <cx:pt idx="7612">50.319364807482309</cx:pt>
          <cx:pt idx="7613">55.32487592621834</cx:pt>
          <cx:pt idx="7614">48.305241039598997</cx:pt>
          <cx:pt idx="7615">40.182943224801065</cx:pt>
          <cx:pt idx="7616">43.699362500663419</cx:pt>
          <cx:pt idx="7617">44.915782469340797</cx:pt>
          <cx:pt idx="7618">49.204126522681911</cx:pt>
          <cx:pt idx="7619">49.185096298040897</cx:pt>
          <cx:pt idx="7620">39.263033894547057</cx:pt>
          <cx:pt idx="7621">44.558638746129816</cx:pt>
          <cx:pt idx="7622">40.018171059849621</cx:pt>
          <cx:pt idx="7623">42.243506560725841</cx:pt>
          <cx:pt idx="7624">41.948325276186885</cx:pt>
          <cx:pt idx="7625">55.323636530576771</cx:pt>
          <cx:pt idx="7626">34.948089912127763</cx:pt>
          <cx:pt idx="7627">35.466945776643016</cx:pt>
          <cx:pt idx="7628">59.27538032725591</cx:pt>
          <cx:pt idx="7629">66.275355501281155</cx:pt>
          <cx:pt idx="7630">31.021307398824767</cx:pt>
          <cx:pt idx="7631">36.618624177521141</cx:pt>
          <cx:pt idx="7632">56.746632840524882</cx:pt>
          <cx:pt idx="7633">33.068664321783274</cx:pt>
          <cx:pt idx="7634">54.733094060514006</cx:pt>
          <cx:pt idx="7635">57.093140572451226</cx:pt>
          <cx:pt idx="7636">43.042906670344792</cx:pt>
          <cx:pt idx="7637">42.772457928138948</cx:pt>
          <cx:pt idx="7638">39.905141225998449</cx:pt>
          <cx:pt idx="7639">73.012848701209919</cx:pt>
          <cx:pt idx="7640">42.340303866202646</cx:pt>
          <cx:pt idx="7641">45.104286960608789</cx:pt>
          <cx:pt idx="7642">45.196373814595454</cx:pt>
          <cx:pt idx="7643">56.736386462925871</cx:pt>
          <cx:pt idx="7644">45.907412024245765</cx:pt>
          <cx:pt idx="7645">51.431313923626462</cx:pt>
          <cx:pt idx="7646">64.243165615728145</cx:pt>
          <cx:pt idx="7647">38.181960764932711</cx:pt>
          <cx:pt idx="7648">71.977003119335905</cx:pt>
          <cx:pt idx="7649">27.312932771769589</cx:pt>
          <cx:pt idx="7650">68.221603733552328</cx:pt>
          <cx:pt idx="7651">46.57286875901589</cx:pt>
          <cx:pt idx="7652">58.463323598229216</cx:pt>
          <cx:pt idx="7653">39.77930948744698</cx:pt>
          <cx:pt idx="7654">57.140123954059156</cx:pt>
          <cx:pt idx="7655">38.209906072069124</cx:pt>
          <cx:pt idx="7656">51.970868508523743</cx:pt>
          <cx:pt idx="7657">65.187229060124011</cx:pt>
          <cx:pt idx="7658">54.819514961326085</cx:pt>
          <cx:pt idx="7659">36.431899066740357</cx:pt>
          <cx:pt idx="7660">49.720057927057425</cx:pt>
          <cx:pt idx="7661">34.414789587999749</cx:pt>
          <cx:pt idx="7662">48.86437556512135</cx:pt>
          <cx:pt idx="7663">46.200468123109388</cx:pt>
          <cx:pt idx="7664">39.030037355873418</cx:pt>
          <cx:pt idx="7665">40.609820215902943</cx:pt>
          <cx:pt idx="7666">56.093629995138542</cx:pt>
          <cx:pt idx="7667">42.221088992717192</cx:pt>
          <cx:pt idx="7668">36.995496933202148</cx:pt>
          <cx:pt idx="7669">57.087621159820884</cx:pt>
          <cx:pt idx="7670">73.89574120747487</cx:pt>
          <cx:pt idx="7671">53.078505600830809</cx:pt>
          <cx:pt idx="7672">51.672189373697165</cx:pt>
          <cx:pt idx="7673">47.346221216441052</cx:pt>
          <cx:pt idx="7674">46.360318459795756</cx:pt>
          <cx:pt idx="7675">48.462464909749158</cx:pt>
          <cx:pt idx="7676">54.722758510660746</cx:pt>
          <cx:pt idx="7677">45.156253599797942</cx:pt>
          <cx:pt idx="7678">31.057589123477964</cx:pt>
          <cx:pt idx="7679">22.750233689523562</cx:pt>
          <cx:pt idx="7680">54.02011957845194</cx:pt>
          <cx:pt idx="7681">34.367998262515556</cx:pt>
          <cx:pt idx="7682">44.822153445363888</cx:pt>
          <cx:pt idx="7683">55.956823775664731</cx:pt>
          <cx:pt idx="7684">55.5001198586193</cx:pt>
          <cx:pt idx="7685">44.887488196822609</cx:pt>
          <cx:pt idx="7686">45.317017819814119</cx:pt>
          <cx:pt idx="7687">58.546324095259394</cx:pt>
          <cx:pt idx="7688">55.410119857695506</cx:pt>
          <cx:pt idx="7689">54.625097731255245</cx:pt>
          <cx:pt idx="7690">48.44409894589667</cx:pt>
          <cx:pt idx="7691">39.055695123140566</cx:pt>
          <cx:pt idx="7692">59.54506687925042</cx:pt>
          <cx:pt idx="7693">49.319151872213865</cx:pt>
          <cx:pt idx="7694">57.107360900476408</cx:pt>
          <cx:pt idx="7695">42.444473246588657</cx:pt>
          <cx:pt idx="7696">58.811954207611791</cx:pt>
          <cx:pt idx="7697">37.785306217260697</cx:pt>
          <cx:pt idx="7698">42.24921545060743</cx:pt>
          <cx:pt idx="7699">48.948264405965439</cx:pt>
          <cx:pt idx="7700">64.063182431556697</cx:pt>
          <cx:pt idx="7701">51.792762396583392</cx:pt>
          <cx:pt idx="7702">15.821550621540375</cx:pt>
          <cx:pt idx="7703">44.812420460906011</cx:pt>
          <cx:pt idx="7704">53.470059261953011</cx:pt>
          <cx:pt idx="7705">72.530616823402369</cx:pt>
          <cx:pt idx="7706">44.579165263588663</cx:pt>
          <cx:pt idx="7707">57.535882249709267</cx:pt>
          <cx:pt idx="7708">42.851884899588754</cx:pt>
          <cx:pt idx="7709">37.417627223705757</cx:pt>
          <cx:pt idx="7710">44.657320001059738</cx:pt>
          <cx:pt idx="7711">63.437965751583391</cx:pt>
          <cx:pt idx="7712">45.155945579158512</cx:pt>
          <cx:pt idx="7713">78.25098324148172</cx:pt>
          <cx:pt idx="7714">52.343688489236222</cx:pt>
          <cx:pt idx="7715">68.019721716548347</cx:pt>
          <cx:pt idx="7716">44.314766448044395</cx:pt>
          <cx:pt idx="7717">45.438540534879394</cx:pt>
          <cx:pt idx="7718">52.551859842062875</cx:pt>
          <cx:pt idx="7719">48.816592216699178</cx:pt>
          <cx:pt idx="7720">49.787235060898659</cx:pt>
          <cx:pt idx="7721">64.121093441096917</cx:pt>
          <cx:pt idx="7722">57.063690755095436</cx:pt>
          <cx:pt idx="7723">54.623538613934997</cx:pt>
          <cx:pt idx="7724">32.014388416801509</cx:pt>
          <cx:pt idx="7725">48.449875674978557</cx:pt>
          <cx:pt idx="7726">65.932001331624491</cx:pt>
          <cx:pt idx="7727">43.483402791767261</cx:pt>
          <cx:pt idx="7728">40.263929897402477</cx:pt>
          <cx:pt idx="7729">66.789107725666483</cx:pt>
          <cx:pt idx="7730">39.096926159372352</cx:pt>
          <cx:pt idx="7731">53.406119492133747</cx:pt>
          <cx:pt idx="7732">63.098107832224379</cx:pt>
          <cx:pt idx="7733">45.830670293520399</cx:pt>
          <cx:pt idx="7734">48.21932105404958</cx:pt>
          <cx:pt idx="7735">55.239100098085963</cx:pt>
          <cx:pt idx="7736">51.179917435276572</cx:pt>
          <cx:pt idx="7737">45.399337048018346</cx:pt>
          <cx:pt idx="7738">33.54068340090042</cx:pt>
          <cx:pt idx="7739">64.250857321861872</cx:pt>
          <cx:pt idx="7740">62.676797776056965</cx:pt>
          <cx:pt idx="7741">39.458451770849372</cx:pt>
          <cx:pt idx="7742">76.233808836926244</cx:pt>
          <cx:pt idx="7743">66.709283110792725</cx:pt>
          <cx:pt idx="7744">61.585399803236385</cx:pt>
          <cx:pt idx="7745">51.848480280963869</cx:pt>
          <cx:pt idx="7746">49.643216309043638</cx:pt>
          <cx:pt idx="7747">48.879134020911778</cx:pt>
          <cx:pt idx="7748">56.359147707010585</cx:pt>
          <cx:pt idx="7749">40.516793368990676</cx:pt>
          <cx:pt idx="7750">43.601275004917206</cx:pt>
          <cx:pt idx="7751">72.571708326372971</cx:pt>
          <cx:pt idx="7752">43.786015235391908</cx:pt>
          <cx:pt idx="7753">75.065875689752673</cx:pt>
          <cx:pt idx="7754">55.346105867368493</cx:pt>
          <cx:pt idx="7755">55.836597952464501</cx:pt>
          <cx:pt idx="7756">38.915856664355594</cx:pt>
          <cx:pt idx="7757">61.721975144232566</cx:pt>
          <cx:pt idx="7758">70.45854951436192</cx:pt>
          <cx:pt idx="7759">45.41299655836184</cx:pt>
          <cx:pt idx="7760">47.483449637592429</cx:pt>
          <cx:pt idx="7761">45.021348972696551</cx:pt>
          <cx:pt idx="7762">45.483918067004787</cx:pt>
          <cx:pt idx="7763">66.815356587282878</cx:pt>
          <cx:pt idx="7764">36.311026554975214</cx:pt>
          <cx:pt idx="7765">58.380269131450177</cx:pt>
          <cx:pt idx="7766">49.064405667705515</cx:pt>
          <cx:pt idx="7767">43.686766858130085</cx:pt>
          <cx:pt idx="7768">48.033271863538374</cx:pt>
          <cx:pt idx="7769">71.44131660471615</cx:pt>
          <cx:pt idx="7770">49.937716314552034</cx:pt>
          <cx:pt idx="7771">43.156905010262243</cx:pt>
          <cx:pt idx="7772">48.200247021718859</cx:pt>
          <cx:pt idx="7773">38.674035522516036</cx:pt>
          <cx:pt idx="7774">39.622726212920277</cx:pt>
          <cx:pt idx="7775">51.745681878537567</cx:pt>
          <cx:pt idx="7776">45.01732652967889</cx:pt>
          <cx:pt idx="7777">51.137619688164698</cx:pt>
          <cx:pt idx="7778">44.546581582580771</cx:pt>
          <cx:pt idx="7779">55.094588264768227</cx:pt>
          <cx:pt idx="7780">40.630635786529666</cx:pt>
          <cx:pt idx="7781">49.151435695258506</cx:pt>
          <cx:pt idx="7782">52.375303990850291</cx:pt>
          <cx:pt idx="7783">56.452859726167873</cx:pt>
          <cx:pt idx="7784">49.416130422557764</cx:pt>
          <cx:pt idx="7785">55.505639639705009</cx:pt>
          <cx:pt idx="7786">77.913673729970185</cx:pt>
          <cx:pt idx="7787">43.464070677228648</cx:pt>
          <cx:pt idx="7788">47.095559627331127</cx:pt>
          <cx:pt idx="7789">43.505619186075094</cx:pt>
          <cx:pt idx="7790">55.71118565288986</cx:pt>
          <cx:pt idx="7791">42.147772154623325</cx:pt>
          <cx:pt idx="7792">44.212367167711953</cx:pt>
          <cx:pt idx="7793">54.612501939989201</cx:pt>
          <cx:pt idx="7794">49.970679844137173</cx:pt>
          <cx:pt idx="7795">67.5355915085551</cx:pt>
          <cx:pt idx="7796">56.135098381477647</cx:pt>
          <cx:pt idx="7797">39.894944890441479</cx:pt>
          <cx:pt idx="7798">55.984622026131227</cx:pt>
          <cx:pt idx="7799">35.269462760877417</cx:pt>
          <cx:pt idx="7800">30.580611901456106</cx:pt>
          <cx:pt idx="7801">51.667040362404592</cx:pt>
          <cx:pt idx="7802">61.689946912206338</cx:pt>
          <cx:pt idx="7803">37.287858876898099</cx:pt>
          <cx:pt idx="7804">72.233816586802831</cx:pt>
          <cx:pt idx="7805">53.798109210333465</cx:pt>
          <cx:pt idx="7806">42.407116616649276</cx:pt>
          <cx:pt idx="7807">51.171164344312672</cx:pt>
          <cx:pt idx="7808">55.140807956795939</cx:pt>
          <cx:pt idx="7809">50.198882985572574</cx:pt>
          <cx:pt idx="7810">55.451625502936224</cx:pt>
          <cx:pt idx="7811">55.820590983418803</cx:pt>
          <cx:pt idx="7812">53.242467451569013</cx:pt>
          <cx:pt idx="7813">43.342135633891864</cx:pt>
          <cx:pt idx="7814">66.896089209312578</cx:pt>
          <cx:pt idx="7815">42.665288703679849</cx:pt>
          <cx:pt idx="7816">60.572227929023967</cx:pt>
          <cx:pt idx="7817">50.265132709918447</cx:pt>
          <cx:pt idx="7818">63.907187257108298</cx:pt>
          <cx:pt idx="7819">47.224525008983186</cx:pt>
          <cx:pt idx="7820">40.0058110668475</cx:pt>
          <cx:pt idx="7821">47.664411207846079</cx:pt>
          <cx:pt idx="7822">53.994232052226053</cx:pt>
          <cx:pt idx="7823">36.924989749529701</cx:pt>
          <cx:pt idx="7824">64.141524816765084</cx:pt>
          <cx:pt idx="7825">67.916760899674031</cx:pt>
          <cx:pt idx="7826">58.489857573546125</cx:pt>
          <cx:pt idx="7827">37.378178131117373</cx:pt>
          <cx:pt idx="7828">32.720290229614363</cx:pt>
          <cx:pt idx="7829">36.643189054682622</cx:pt>
          <cx:pt idx="7830">70.831860847239909</cx:pt>
          <cx:pt idx="7831">54.578592363650785</cx:pt>
          <cx:pt idx="7832">49.087196355812488</cx:pt>
          <cx:pt idx="7833">43.977607600934263</cx:pt>
          <cx:pt idx="7834">33.750254526271277</cx:pt>
          <cx:pt idx="7835">55.0539633069953</cx:pt>
          <cx:pt idx="7836">60.015671907447704</cx:pt>
          <cx:pt idx="7837">46.253007407927868</cx:pt>
          <cx:pt idx="7838">57.361920602588945</cx:pt>
          <cx:pt idx="7839">44.571961876725112</cx:pt>
          <cx:pt idx="7840">50.208308810007814</cx:pt>
          <cx:pt idx="7841">61.514480887905989</cx:pt>
          <cx:pt idx="7842">53.7395722784009</cx:pt>
          <cx:pt idx="7843">65.567094818297704</cx:pt>
          <cx:pt idx="7844">53.136551073459863</cx:pt>
          <cx:pt idx="7845">64.63870492363435</cx:pt>
          <cx:pt idx="7846">41.789609287025726</cx:pt>
          <cx:pt idx="7847">53.179785707017658</cx:pt>
          <cx:pt idx="7848">35.144583759793555</cx:pt>
          <cx:pt idx="7849">38.112497313746957</cx:pt>
          <cx:pt idx="7850">53.467963930657938</cx:pt>
          <cx:pt idx="7851">46.00673805580746</cx:pt>
          <cx:pt idx="7852">61.790940448396206</cx:pt>
          <cx:pt idx="7853">50.015789652728706</cx:pt>
          <cx:pt idx="7854">61.84923251586973</cx:pt>
          <cx:pt idx="7855">33.934517531067826</cx:pt>
          <cx:pt idx="7856">52.279540046917305</cx:pt>
          <cx:pt idx="7857">53.06935416761393</cx:pt>
          <cx:pt idx="7858">56.517966104699788</cx:pt>
          <cx:pt idx="7859">55.492297070391828</cx:pt>
          <cx:pt idx="7860">42.766228440771627</cx:pt>
          <cx:pt idx="7861">57.434819040974972</cx:pt>
          <cx:pt idx="7862">42.674242781853337</cx:pt>
          <cx:pt idx="7863">45.294922852402699</cx:pt>
          <cx:pt idx="7864">51.447425069958456</cx:pt>
          <cx:pt idx="7865">47.226662436788196</cx:pt>
          <cx:pt idx="7866">71.475043530840267</cx:pt>
          <cx:pt idx="7867">42.18645024291596</cx:pt>
          <cx:pt idx="7868">52.848173341568824</cx:pt>
          <cx:pt idx="7869">58.091076294491273</cx:pt>
          <cx:pt idx="7870">41.350332927703462</cx:pt>
          <cx:pt idx="7871">43.488318577310338</cx:pt>
          <cx:pt idx="7872">34.504132405369809</cx:pt>
          <cx:pt idx="7873">48.116727248464343</cx:pt>
          <cx:pt idx="7874">41.341238496083285</cx:pt>
          <cx:pt idx="7875">48.474161066930904</cx:pt>
          <cx:pt idx="7876">42.274705638689618</cx:pt>
          <cx:pt idx="7877">51.939734293722807</cx:pt>
          <cx:pt idx="7878">64.822046198755544</cx:pt>
          <cx:pt idx="7879">61.336894740809029</cx:pt>
          <cx:pt idx="7880">50.613477711125824</cx:pt>
          <cx:pt idx="7881">46.469840012403459</cx:pt>
          <cx:pt idx="7882">44.795532422513787</cx:pt>
          <cx:pt idx="7883">71.555320071757919</cx:pt>
          <cx:pt idx="7884">46.862112405866476</cx:pt>
          <cx:pt idx="7885">49.246021517369478</cx:pt>
          <cx:pt idx="7886">64.750381026534811</cx:pt>
          <cx:pt idx="7887">53.031636673853789</cx:pt>
          <cx:pt idx="7888">56.363622623442303</cx:pt>
          <cx:pt idx="7889">43.813464289666435</cx:pt>
          <cx:pt idx="7890">47.824897170018652</cx:pt>
          <cx:pt idx="7891">55.735380438131664</cx:pt>
          <cx:pt idx="7892">54.571433926044456</cx:pt>
          <cx:pt idx="7893">48.443852016553507</cx:pt>
          <cx:pt idx="7894">78.963596371436182</cx:pt>
          <cx:pt idx="7895">30.890141172714884</cx:pt>
          <cx:pt idx="7896">45.999379285074347</cx:pt>
          <cx:pt idx="7897">53.759181136782331</cx:pt>
          <cx:pt idx="7898">48.426910510094999</cx:pt>
          <cx:pt idx="7899">37.063639530484828</cx:pt>
          <cx:pt idx="7900">40.035854977222577</cx:pt>
          <cx:pt idx="7901">47.025223904557905</cx:pt>
          <cx:pt idx="7902">71.580957420173448</cx:pt>
          <cx:pt idx="7903">60.216380213940383</cx:pt>
          <cx:pt idx="7904">44.977709106144054</cx:pt>
          <cx:pt idx="7905">55.143144096868291</cx:pt>
          <cx:pt idx="7906">43.507650843906973</cx:pt>
          <cx:pt idx="7907">50.905565677181521</cx:pt>
          <cx:pt idx="7908">56.195362840111592</cx:pt>
          <cx:pt idx="7909">54.240431167910174</cx:pt>
          <cx:pt idx="7910">65.478327201539742</cx:pt>
          <cx:pt idx="7911">72.06533514687824</cx:pt>
          <cx:pt idx="7912">57.49986055406719</cx:pt>
          <cx:pt idx="7913">49.762829923022231</cx:pt>
          <cx:pt idx="7914">58.875356145297978</cx:pt>
          <cx:pt idx="7915">55.810101044473704</cx:pt>
          <cx:pt idx="7916">44.458364010416275</cx:pt>
          <cx:pt idx="7917">59.298496641671967</cx:pt>
          <cx:pt idx="7918">41.249584432722656</cx:pt>
          <cx:pt idx="7919">50.425221579858864</cx:pt>
          <cx:pt idx="7920">55.366958894286526</cx:pt>
          <cx:pt idx="7921">52.477761688304284</cx:pt>
          <cx:pt idx="7922">39.63897477876607</cx:pt>
          <cx:pt idx="7923">41.173822782459268</cx:pt>
          <cx:pt idx="7924">40.678772062870031</cx:pt>
          <cx:pt idx="7925">62.675692452381263</cx:pt>
          <cx:pt idx="7926">52.076847130099715</cx:pt>
          <cx:pt idx="7927">51.794431132848047</cx:pt>
          <cx:pt idx="7928">52.412494985391184</cx:pt>
          <cx:pt idx="7929">65.690134849483513</cx:pt>
          <cx:pt idx="7930">55.529777046037204</cx:pt>
          <cx:pt idx="7931">41.291407972113689</cx:pt>
          <cx:pt idx="7932">41.248652421669163</cx:pt>
          <cx:pt idx="7933">43.783759944256779</cx:pt>
          <cx:pt idx="7934">50.342938038372999</cx:pt>
          <cx:pt idx="7935">61.382956712413929</cx:pt>
          <cx:pt idx="7936">55.908424993241049</cx:pt>
          <cx:pt idx="7937">38.114332136203458</cx:pt>
          <cx:pt idx="7938">48.856332103191988</cx:pt>
          <cx:pt idx="7939">50.167983821051642</cx:pt>
          <cx:pt idx="7940">46.058666007090309</cx:pt>
          <cx:pt idx="7941">44.094843239488362</cx:pt>
          <cx:pt idx="7942">43.564108299424333</cx:pt>
          <cx:pt idx="7943">39.091784773321749</cx:pt>
          <cx:pt idx="7944">49.015408765176083</cx:pt>
          <cx:pt idx="7945">58.629437702998345</cx:pt>
          <cx:pt idx="7946">66.198041303498002</cx:pt>
          <cx:pt idx="7947">37.700272720459139</cx:pt>
          <cx:pt idx="7948">37.835730342350772</cx:pt>
          <cx:pt idx="7949">45.346144248489971</cx:pt>
          <cx:pt idx="7950">58.216641330112203</cx:pt>
          <cx:pt idx="7951">38.92693757815811</cx:pt>
          <cx:pt idx="7952">46.377282223158439</cx:pt>
          <cx:pt idx="7953">60.434138519522627</cx:pt>
          <cx:pt idx="7954">56.802575259737154</cx:pt>
          <cx:pt idx="7955">50.757011282693298</cx:pt>
          <cx:pt idx="7956">36.930189738432333</cx:pt>
          <cx:pt idx="7957">69.470014483895312</cx:pt>
          <cx:pt idx="7958">50.079297569919696</cx:pt>
          <cx:pt idx="7959">50.402627592769804</cx:pt>
          <cx:pt idx="7960">55.079461805445959</cx:pt>
          <cx:pt idx="7961">49.577928055148114</cx:pt>
          <cx:pt idx="7962">37.958726003244195</cx:pt>
          <cx:pt idx="7963">64.357818313321218</cx:pt>
          <cx:pt idx="7964">48.862372373986446</cx:pt>
          <cx:pt idx="7965">48.880157734389101</cx:pt>
          <cx:pt idx="7966">56.737971107208857</cx:pt>
          <cx:pt idx="7967">37.399953704009221</cx:pt>
          <cx:pt idx="7968">57.542095204643083</cx:pt>
          <cx:pt idx="7969">53.09488406928746</cx:pt>
          <cx:pt idx="7970">35.297897832576041</cx:pt>
          <cx:pt idx="7971">45.484459342059118</cx:pt>
          <cx:pt idx="7972">48.569739342972824</cx:pt>
          <cx:pt idx="7973">34.311460981617671</cx:pt>
          <cx:pt idx="7974">62.389687599973733</cx:pt>
          <cx:pt idx="7975">52.465605797654909</cx:pt>
          <cx:pt idx="7976">43.740081832726197</cx:pt>
          <cx:pt idx="7977">35.105935584633528</cx:pt>
          <cx:pt idx="7978">41.409128414902199</cx:pt>
          <cx:pt idx="7979">46.052534827815634</cx:pt>
          <cx:pt idx="7980">64.753094040322594</cx:pt>
          <cx:pt idx="7981">45.690182913783168</cx:pt>
          <cx:pt idx="7982">39.035709329271484</cx:pt>
          <cx:pt idx="7983">55.120208588226703</cx:pt>
          <cx:pt idx="7984">40.419736361578799</cx:pt>
          <cx:pt idx="7985">50.368047706214078</cx:pt>
          <cx:pt idx="7986">38.596679271791871</cx:pt>
          <cx:pt idx="7987">53.222156841503384</cx:pt>
          <cx:pt idx="7988">39.924812497253683</cx:pt>
          <cx:pt idx="7989">42.445399163249618</cx:pt>
          <cx:pt idx="7990">40.417890656525174</cx:pt>
          <cx:pt idx="7991">54.147672330184605</cx:pt>
          <cx:pt idx="7992">44.576053229874745</cx:pt>
          <cx:pt idx="7993">59.552228957179281</cx:pt>
          <cx:pt idx="7994">52.024426441844405</cx:pt>
          <cx:pt idx="7995">54.171760003630538</cx:pt>
          <cx:pt idx="7996">60.210396210193622</cx:pt>
          <cx:pt idx="7997">48.105099091680778</cx:pt>
          <cx:pt idx="7998">55.295487657039473</cx:pt>
          <cx:pt idx="7999">57.915090837007476</cx:pt>
          <cx:pt idx="8000">50.280832839400269</cx:pt>
          <cx:pt idx="8001">39.437947285502936</cx:pt>
          <cx:pt idx="8002">56.5961170930983</cx:pt>
          <cx:pt idx="8003">39.512230854037931</cx:pt>
          <cx:pt idx="8004">50.048566485923239</cx:pt>
          <cx:pt idx="8005">47.154129852457942</cx:pt>
          <cx:pt idx="8006">56.328966859471564</cx:pt>
          <cx:pt idx="8007">66.97271131077261</cx:pt>
          <cx:pt idx="8008">56.589659940777736</cx:pt>
          <cx:pt idx="8009">57.724269852218555</cx:pt>
          <cx:pt idx="8010">40.466460612891325</cx:pt>
          <cx:pt idx="8011">53.826344353778133</cx:pt>
          <cx:pt idx="8012">59.183703535476155</cx:pt>
          <cx:pt idx="8013">47.215882462245418</cx:pt>
          <cx:pt idx="8014">43.392312134596352</cx:pt>
          <cx:pt idx="8015">62.663230097763964</cx:pt>
          <cx:pt idx="8016">45.100468441771561</cx:pt>
          <cx:pt idx="8017">57.225044918049349</cx:pt>
          <cx:pt idx="8018">59.549058447735703</cx:pt>
          <cx:pt idx="8019">55.541728916321176</cx:pt>
          <cx:pt idx="8020">41.15782892333123</cx:pt>
          <cx:pt idx="8021">59.056478204769313</cx:pt>
          <cx:pt idx="8022">48.291982380511776</cx:pt>
          <cx:pt idx="8023">42.754401157246122</cx:pt>
          <cx:pt idx="8024">47.863900481589162</cx:pt>
          <cx:pt idx="8025">61.209913211221618</cx:pt>
          <cx:pt idx="8026">54.860776947754452</cx:pt>
          <cx:pt idx="8027">58.01276801799397</cx:pt>
          <cx:pt idx="8028">42.81684710189181</cx:pt>
          <cx:pt idx="8029">67.396444933692067</cx:pt>
          <cx:pt idx="8030">51.978277362278689</cx:pt>
          <cx:pt idx="8031">43.55091025581838</cx:pt>
          <cx:pt idx="8032">69.592278118018697</cx:pt>
          <cx:pt idx="8033">50.272298577218749</cx:pt>
          <cx:pt idx="8034">48.621739718508692</cx:pt>
          <cx:pt idx="8035">57.492879190984937</cx:pt>
          <cx:pt idx="8036">64.132239479380459</cx:pt>
          <cx:pt idx="8037">56.939538593970738</cx:pt>
          <cx:pt idx="8038">48.934104491403666</cx:pt>
          <cx:pt idx="8039">46.494563896015876</cx:pt>
          <cx:pt idx="8040">32.821842747333825</cx:pt>
          <cx:pt idx="8041">69.485564981105767</cx:pt>
          <cx:pt idx="8042">58.481780948688623</cx:pt>
          <cx:pt idx="8043">52.339972255003985</cx:pt>
          <cx:pt idx="8044">58.932564676661833</cx:pt>
          <cx:pt idx="8045">48.793215612018223</cx:pt>
          <cx:pt idx="8046">41.185760652783713</cx:pt>
          <cx:pt idx="8047">39.701746227368744</cx:pt>
          <cx:pt idx="8048">58.390724606433025</cx:pt>
          <cx:pt idx="8049">53.768867846045438</cx:pt>
          <cx:pt idx="8050">59.675148706661666</cx:pt>
          <cx:pt idx="8051">47.947500734693534</cx:pt>
          <cx:pt idx="8052">63.086475983829374</cx:pt>
          <cx:pt idx="8053">58.091966428587796</cx:pt>
          <cx:pt idx="8054">51.457336840778709</cx:pt>
          <cx:pt idx="8055">55.753018840666257</cx:pt>
          <cx:pt idx="8056">43.249564487640747</cx:pt>
          <cx:pt idx="8057">45.771038115135205</cx:pt>
          <cx:pt idx="8058">39.33015953420734</cx:pt>
          <cx:pt idx="8059">54.525439833032152</cx:pt>
          <cx:pt idx="8060">55.077308629355656</cx:pt>
          <cx:pt idx="8061">59.393997653581515</cx:pt>
          <cx:pt idx="8062">39.494233439303258</cx:pt>
          <cx:pt idx="8063">51.920297081427016</cx:pt>
          <cx:pt idx="8064">70.523704998945675</cx:pt>
          <cx:pt idx="8065">59.656188922246827</cx:pt>
          <cx:pt idx="8066">59.802760358105431</cx:pt>
          <cx:pt idx="8067">66.729528185784204</cx:pt>
          <cx:pt idx="8068">44.515245811664371</cx:pt>
          <cx:pt idx="8069">69.919077947240211</cx:pt>
          <cx:pt idx="8070">54.627459198663203</cx:pt>
          <cx:pt idx="8071">50.28487008898589</cx:pt>
          <cx:pt idx="8072">48.580588225035832</cx:pt>
          <cx:pt idx="8073">38.736211883509299</cx:pt>
          <cx:pt idx="8074">67.61206465206827</cx:pt>
          <cx:pt idx="8075">55.398473783312923</cx:pt>
          <cx:pt idx="8076">44.449087362523919</cx:pt>
          <cx:pt idx="8077">49.6311841168299</cx:pt>
          <cx:pt idx="8078">44.179418405099156</cx:pt>
          <cx:pt idx="8079">42.187891669896082</cx:pt>
          <cx:pt idx="8080">52.287584089583405</cx:pt>
          <cx:pt idx="8081">39.891209291490206</cx:pt>
          <cx:pt idx="8082">46.226842633510607</cx:pt>
          <cx:pt idx="8083">48.948241206088142</cx:pt>
          <cx:pt idx="8084">38.892528612952923</cx:pt>
          <cx:pt idx="8085">39.230326679137654</cx:pt>
          <cx:pt idx="8086">42.177732420293921</cx:pt>
          <cx:pt idx="8087">48.785339874175619</cx:pt>
          <cx:pt idx="8088">63.124462155134395</cx:pt>
          <cx:pt idx="8089">45.093564905013928</cx:pt>
          <cx:pt idx="8090">59.848735470147062</cx:pt>
          <cx:pt idx="8091">73.184856174778062</cx:pt>
          <cx:pt idx="8092">53.266781814062178</cx:pt>
          <cx:pt idx="8093">55.840592500251233</cx:pt>
          <cx:pt idx="8094">50.766887819650464</cx:pt>
          <cx:pt idx="8095">43.657036794099753</cx:pt>
          <cx:pt idx="8096">42.041642197046592</cx:pt>
          <cx:pt idx="8097">51.043511634737158</cx:pt>
          <cx:pt idx="8098">53.268303806558229</cx:pt>
          <cx:pt idx="8099">56.307670299421552</cx:pt>
          <cx:pt idx="8100">51.126716709941277</cx:pt>
          <cx:pt idx="8101">46.851081894325496</cx:pt>
          <cx:pt idx="8102">58.996021161592971</cx:pt>
          <cx:pt idx="8103">36.126810778507206</cx:pt>
          <cx:pt idx="8104">53.896377478916563</cx:pt>
          <cx:pt idx="8105">39.921678533340668</cx:pt>
          <cx:pt idx="8106">39.885438923414817</cx:pt>
          <cx:pt idx="8107">51.879326757295438</cx:pt>
          <cx:pt idx="8108">35.224139378464514</cx:pt>
          <cx:pt idx="8109">46.939364713242306</cx:pt>
          <cx:pt idx="8110">60.840298369742385</cx:pt>
          <cx:pt idx="8111">46.541342714272346</cx:pt>
          <cx:pt idx="8112">51.188383554635436</cx:pt>
          <cx:pt idx="8113">44.060954430321274</cx:pt>
          <cx:pt idx="8114">53.432989157726546</cx:pt>
          <cx:pt idx="8115">43.266751916505669</cx:pt>
          <cx:pt idx="8116">54.890137161069134</cx:pt>
          <cx:pt idx="8117">48.922897188590369</cx:pt>
          <cx:pt idx="8118">43.179017519575353</cx:pt>
          <cx:pt idx="8119">43.407351330677535</cx:pt>
          <cx:pt idx="8120">61.939667511328622</cx:pt>
          <cx:pt idx="8121">57.821441849458594</cx:pt>
          <cx:pt idx="8122">59.645389990425969</cx:pt>
          <cx:pt idx="8123">45.918751340904926</cx:pt>
          <cx:pt idx="8124">41.789040922373758</cx:pt>
          <cx:pt idx="8125">57.020682556874895</cx:pt>
          <cx:pt idx="8126">62.678659944745938</cx:pt>
          <cx:pt idx="8127">33.559048077525823</cx:pt>
          <cx:pt idx="8128">56.753807389391383</cx:pt>
          <cx:pt idx="8129">34.832897670654233</cx:pt>
          <cx:pt idx="8130">54.116180415623091</cx:pt>
          <cx:pt idx="8131">50.107355912362237</cx:pt>
          <cx:pt idx="8132">38.032088376066262</cx:pt>
          <cx:pt idx="8133">59.000938949204027</cx:pt>
          <cx:pt idx="8134">31.290693946673755</cx:pt>
          <cx:pt idx="8135">41.977127839654329</cx:pt>
          <cx:pt idx="8136">65.737723586298372</cx:pt>
          <cx:pt idx="8137">61.058480485812609</cx:pt>
          <cx:pt idx="8138">48.25206780692583</cx:pt>
          <cx:pt idx="8139">35.998199244331161</cx:pt>
          <cx:pt idx="8140">43.131979560551287</cx:pt>
          <cx:pt idx="8141">52.075733140476267</cx:pt>
          <cx:pt idx="8142">58.220235370361756</cx:pt>
          <cx:pt idx="8143">56.283488564924141</cx:pt>
          <cx:pt idx="8144">61.521023230240665</cx:pt>
          <cx:pt idx="8145">50.094272577660263</cx:pt>
          <cx:pt idx="8146">60.738183723349927</cx:pt>
          <cx:pt idx="8147">51.784564700542646</cx:pt>
          <cx:pt idx="8148">39.444399001109559</cx:pt>
          <cx:pt idx="8149">43.406444014512282</cx:pt>
          <cx:pt idx="8150">33.572176939547482</cx:pt>
          <cx:pt idx="8151">54.996600718651386</cx:pt>
          <cx:pt idx="8152">35.028958431028158</cx:pt>
          <cx:pt idx="8153">61.670105609730754</cx:pt>
          <cx:pt idx="8154">56.023109280436408</cx:pt>
          <cx:pt idx="8155">53.787276768507404</cx:pt>
          <cx:pt idx="8156">56.735981962999389</cx:pt>
          <cx:pt idx="8157">53.897719874798895</cx:pt>
          <cx:pt idx="8158">46.216880918790402</cx:pt>
          <cx:pt idx="8159">31.450098693216209</cx:pt>
          <cx:pt idx="8160">42.290390728986281</cx:pt>
          <cx:pt idx="8161">57.033171930639774</cx:pt>
          <cx:pt idx="8162">53.465430538259326</cx:pt>
          <cx:pt idx="8163">46.105977592238709</cx:pt>
          <cx:pt idx="8164">52.918870338738095</cx:pt>
          <cx:pt idx="8165">34.495241899834056</cx:pt>
          <cx:pt idx="8166">42.074508559313735</cx:pt>
          <cx:pt idx="8167">71.0821987188218</cx:pt>
          <cx:pt idx="8168">70.619855069841933</cx:pt>
          <cx:pt idx="8169">49.915566822752986</cx:pt>
          <cx:pt idx="8170">65.29244756421096</cx:pt>
          <cx:pt idx="8171">64.277277245450108</cx:pt>
          <cx:pt idx="8172">33.656168196274876</cx:pt>
          <cx:pt idx="8173">52.257133570569572</cx:pt>
          <cx:pt idx="8174">49.049584984790471</cx:pt>
          <cx:pt idx="8175">66.447451227181759</cx:pt>
          <cx:pt idx="8176">47.808790031126421</cx:pt>
          <cx:pt idx="8177">57.218960367800321</cx:pt>
          <cx:pt idx="8178">65.961140108219965</cx:pt>
          <cx:pt idx="8179">34.28089008551698</cx:pt>
          <cx:pt idx="8180">55.331875192192676</cx:pt>
          <cx:pt idx="8181">68.401042210124984</cx:pt>
          <cx:pt idx="8182">42.36378008745772</cx:pt>
          <cx:pt idx="8183">38.666581150914453</cx:pt>
          <cx:pt idx="8184">44.977579743145128</cx:pt>
          <cx:pt idx="8185">39.791242264933558</cx:pt>
          <cx:pt idx="8186">38.354821432205739</cx:pt>
          <cx:pt idx="8187">49.129217725774872</cx:pt>
          <cx:pt idx="8188">31.995415102862758</cx:pt>
          <cx:pt idx="8189">40.112784981486918</cx:pt>
          <cx:pt idx="8190">47.076625202875263</cx:pt>
          <cx:pt idx="8191">53.608069334468738</cx:pt>
          <cx:pt idx="8192">45.138738306740208</cx:pt>
          <cx:pt idx="8193">34.017571467543554</cx:pt>
          <cx:pt idx="8194">55.289177731975428</cx:pt>
          <cx:pt idx="8195">38.208151544151249</cx:pt>
          <cx:pt idx="8196">48.681452058519405</cx:pt>
          <cx:pt idx="8197">59.165970602569217</cx:pt>
          <cx:pt idx="8198">46.599608771159097</cx:pt>
          <cx:pt idx="8199">58.048907789605892</cx:pt>
          <cx:pt idx="8200">50.773987091297649</cx:pt>
          <cx:pt idx="8201">51.780258467037804</cx:pt>
          <cx:pt idx="8202">55.211743969227562</cx:pt>
          <cx:pt idx="8203">44.40762649634344</cx:pt>
          <cx:pt idx="8204">52.8652680520795</cx:pt>
          <cx:pt idx="8205">61.654113507569036</cx:pt>
          <cx:pt idx="8206">52.685814353107119</cx:pt>
          <cx:pt idx="8207">50.750420274822254</cx:pt>
          <cx:pt idx="8208">58.433617967288633</cx:pt>
          <cx:pt idx="8209">54.516995067736694</cx:pt>
          <cx:pt idx="8210">40.761054075708472</cx:pt>
          <cx:pt idx="8211">51.111249249252083</cx:pt>
          <cx:pt idx="8212">47.437568278268202</cx:pt>
          <cx:pt idx="8213">42.047787033172249</cx:pt>
          <cx:pt idx="8214">63.330091495411232</cx:pt>
          <cx:pt idx="8215">36.435188010576319</cx:pt>
          <cx:pt idx="8216">50.63890790552923</cx:pt>
          <cx:pt idx="8217">61.081384760980981</cx:pt>
          <cx:pt idx="8218">54.490207215725555</cx:pt>
          <cx:pt idx="8219">37.245807778883702</cx:pt>
          <cx:pt idx="8220">66.790344179470011</cx:pt>
          <cx:pt idx="8221">63.65178735830964</cx:pt>
          <cx:pt idx="8222">53.590368360596656</cx:pt>
          <cx:pt idx="8223">46.018196609414858</cx:pt>
          <cx:pt idx="8224">55.319718559817083</cx:pt>
          <cx:pt idx="8225">44.522293401951387</cx:pt>
          <cx:pt idx="8226">49.036943325768263</cx:pt>
          <cx:pt idx="8227">46.882156943285437</cx:pt>
          <cx:pt idx="8228">49.38874144261537</cx:pt>
          <cx:pt idx="8229">41.24271076460694</cx:pt>
          <cx:pt idx="8230">46.566600365820243</cx:pt>
          <cx:pt idx="8231">53.843038484571096</cx:pt>
          <cx:pt idx="8232">41.016347909919091</cx:pt>
          <cx:pt idx="8233">51.211914150743794</cx:pt>
          <cx:pt idx="8234">58.151895891641367</cx:pt>
          <cx:pt idx="8235">40.342763873789615</cx:pt>
          <cx:pt idx="8236">53.848871885566957</cx:pt>
          <cx:pt idx="8237">38.336504776305546</cx:pt>
          <cx:pt idx="8238">35.37227776638656</cx:pt>
          <cx:pt idx="8239">46.499268896925173</cx:pt>
          <cx:pt idx="8240">21.645930742847597</cx:pt>
          <cx:pt idx="8241">62.300222943305791</cx:pt>
          <cx:pt idx="8242">44.195379031471326</cx:pt>
          <cx:pt idx="8243">39.337083973971531</cx:pt>
          <cx:pt idx="8244">56.808128177219174</cx:pt>
          <cx:pt idx="8245">78.624218285451676</cx:pt>
          <cx:pt idx="8246">47.896957792164059</cx:pt>
          <cx:pt idx="8247">48.181156051208099</cx:pt>
          <cx:pt idx="8248">42.941713595097532</cx:pt>
          <cx:pt idx="8249">48.963686597635757</cx:pt>
          <cx:pt idx="8250">38.945637615937187</cx:pt>
          <cx:pt idx="8251">58.480907257140615</cx:pt>
          <cx:pt idx="8252">46.783692132989557</cx:pt>
          <cx:pt idx="8253">50.437057796953198</cx:pt>
          <cx:pt idx="8254">52.633403972704713</cx:pt>
          <cx:pt idx="8255">60.618622609489137</cx:pt>
          <cx:pt idx="8256">51.867481138228356</cx:pt>
          <cx:pt idx="8257">38.391945895008277</cx:pt>
          <cx:pt idx="8258">45.55006373090027</cx:pt>
          <cx:pt idx="8259">54.391444954051138</cx:pt>
          <cx:pt idx="8260">42.979094888770682</cx:pt>
          <cx:pt idx="8261">51.695637967823721</cx:pt>
          <cx:pt idx="8262">41.473622217711771</cx:pt>
          <cx:pt idx="8263">49.063701737706218</cx:pt>
          <cx:pt idx="8264">36.677453859508688</cx:pt>
          <cx:pt idx="8265">45.641675309287855</cx:pt>
          <cx:pt idx="8266">61.02597225320207</cx:pt>
          <cx:pt idx="8267">59.133433645084253</cx:pt>
          <cx:pt idx="8268">39.242771992320655</cx:pt>
          <cx:pt idx="8269">51.334317146214424</cx:pt>
          <cx:pt idx="8270">55.684265946412722</cx:pt>
          <cx:pt idx="8271">27.777921401284562</cx:pt>
          <cx:pt idx="8272">52.324548033456033</cx:pt>
          <cx:pt idx="8273">66.362587081561713</cx:pt>
          <cx:pt idx="8274">35.047237391126927</cx:pt>
          <cx:pt idx="8275">51.859985281155502</cx:pt>
          <cx:pt idx="8276">49.651686605855019</cx:pt>
          <cx:pt idx="8277">41.171178455045137</cx:pt>
          <cx:pt idx="8278">30.867970702231744</cx:pt>
          <cx:pt idx="8279">62.290936171302519</cx:pt>
          <cx:pt idx="8280">28.099130197464003</cx:pt>
          <cx:pt idx="8281">74.38918715349169</cx:pt>
          <cx:pt idx="8282">49.842319080739379</cx:pt>
          <cx:pt idx="8283">24.99638741805423</cx:pt>
          <cx:pt idx="8284">40.746325536860141</cx:pt>
          <cx:pt idx="8285">38.651373209933709</cx:pt>
          <cx:pt idx="8286">39.497747599429758</cx:pt>
          <cx:pt idx="8287">55.355710495331202</cx:pt>
          <cx:pt idx="8288">41.150910265321265</cx:pt>
          <cx:pt idx="8289">44.941205914282044</cx:pt>
          <cx:pt idx="8290">45.912760818607907</cx:pt>
          <cx:pt idx="8291">51.622859242971899</cx:pt>
          <cx:pt idx="8292">39.639342039163473</cx:pt>
          <cx:pt idx="8293">51.742313351031129</cx:pt>
          <cx:pt idx="8294">40.639789864890041</cx:pt>
          <cx:pt idx="8295">51.308100781966182</cx:pt>
          <cx:pt idx="8296">40.421280741938162</cx:pt>
          <cx:pt idx="8297">50.423109555224023</cx:pt>
          <cx:pt idx="8298">38.091432687412336</cx:pt>
          <cx:pt idx="8299">46.714173639250632</cx:pt>
          <cx:pt idx="8300">51.919138081744087</cx:pt>
          <cx:pt idx="8301">46.373342985343875</cx:pt>
          <cx:pt idx="8302">75.409163347057955</cx:pt>
          <cx:pt idx="8303">50.78833413410414</cx:pt>
          <cx:pt idx="8304">64.323721941533321</cx:pt>
          <cx:pt idx="8305">39.027262398067613</cx:pt>
          <cx:pt idx="8306">46.757391396236315</cx:pt>
          <cx:pt idx="8307">46.84701526976702</cx:pt>
          <cx:pt idx="8308">63.177072646924401</cx:pt>
          <cx:pt idx="8309">40.158974670682461</cx:pt>
          <cx:pt idx="8310">61.729213512970034</cx:pt>
          <cx:pt idx="8311">44.496129494293598</cx:pt>
          <cx:pt idx="8312">63.651247222497666</cx:pt>
          <cx:pt idx="8313">48.897497890814023</cx:pt>
          <cx:pt idx="8314">40.919075754437394</cx:pt>
          <cx:pt idx="8315">51.836561093349516</cx:pt>
          <cx:pt idx="8316">77.901471776766044</cx:pt>
          <cx:pt idx="8317">52.885067877031894</cx:pt>
          <cx:pt idx="8318">35.173493575510193</cx:pt>
          <cx:pt idx="8319">38.716238900756743</cx:pt>
          <cx:pt idx="8320">50.32264912438189</cx:pt>
          <cx:pt idx="8321">44.569756581537249</cx:pt>
          <cx:pt idx="8322">52.34828419868154</cx:pt>
          <cx:pt idx="8323">70.995891671422442</cx:pt>
          <cx:pt idx="8324">39.856677827343688</cx:pt>
          <cx:pt idx="8325">56.555300576880235</cx:pt>
          <cx:pt idx="8326">52.426706761056103</cx:pt>
          <cx:pt idx="8327">55.322909412407348</cx:pt>
          <cx:pt idx="8328">49.638809358743025</cx:pt>
          <cx:pt idx="8329">43.677676094695279</cx:pt>
          <cx:pt idx="8330">59.633307387724166</cx:pt>
          <cx:pt idx="8331">52.382044526906888</cx:pt>
          <cx:pt idx="8332">40.056501439603664</cx:pt>
          <cx:pt idx="8333">45.358924623917893</cx:pt>
          <cx:pt idx="8334">47.049605559028038</cx:pt>
          <cx:pt idx="8335">49.565410596103476</cx:pt>
          <cx:pt idx="8336">56.759657400757305</cx:pt>
          <cx:pt idx="8337">44.126267649106651</cx:pt>
          <cx:pt idx="8338">38.083287227881939</cx:pt>
          <cx:pt idx="8339">56.911814454225102</cx:pt>
          <cx:pt idx="8340">47.658388632482101</cx:pt>
          <cx:pt idx="8341">66.163226240740883</cx:pt>
          <cx:pt idx="8342">40.044110878673493</cx:pt>
          <cx:pt idx="8343">51.67867116483842</cx:pt>
          <cx:pt idx="8344">56.7412026606832</cx:pt>
          <cx:pt idx="8345">45.314632098806726</cx:pt>
          <cx:pt idx="8346">44.045760390956744</cx:pt>
          <cx:pt idx="8347">38.053053504984504</cx:pt>
          <cx:pt idx="8348">70.179261004696045</cx:pt>
          <cx:pt idx="8349">52.521265724585483</cx:pt>
          <cx:pt idx="8350">55.907085604125633</cx:pt>
          <cx:pt idx="8351">55.043303586466926</cx:pt>
          <cx:pt idx="8352">59.766011925458308</cx:pt>
          <cx:pt idx="8353">41.133642474248191</cx:pt>
          <cx:pt idx="8354">49.731521106349106</cx:pt>
          <cx:pt idx="8355">43.623949465332913</cx:pt>
          <cx:pt idx="8356">57.284697995289356</cx:pt>
          <cx:pt idx="8357">59.878979558043419</cx:pt>
          <cx:pt idx="8358">68.745893913754685</cx:pt>
          <cx:pt idx="8359">60.443458839807249</cx:pt>
          <cx:pt idx="8360">38.333351549309711</cx:pt>
          <cx:pt idx="8361">53.000856218658441</cx:pt>
          <cx:pt idx="8362">36.291604592895489</cx:pt>
          <cx:pt idx="8363">55.923530560650143</cx:pt>
          <cx:pt idx="8364">47.30522784427324</cx:pt>
          <cx:pt idx="8365">59.401075933067794</cx:pt>
          <cx:pt idx="8366">49.852149094105755</cx:pt>
          <cx:pt idx="8367">43.067913281453315</cx:pt>
          <cx:pt idx="8368">62.312952292889712</cx:pt>
          <cx:pt idx="8369">45.045604320592929</cx:pt>
          <cx:pt idx="8370">37.451465986888678</cx:pt>
          <cx:pt idx="8371">43.894787537009805</cx:pt>
          <cx:pt idx="8372">39.951577451465511</cx:pt>
          <cx:pt idx="8373">69.068413907613021</cx:pt>
          <cx:pt idx="8374">45.650086817333381</cx:pt>
          <cx:pt idx="8375">44.225014285187214</cx:pt>
          <cx:pt idx="8376">34.455595349072752</cx:pt>
          <cx:pt idx="8377">39.334798368407249</cx:pt>
          <cx:pt idx="8378">37.724603988672584</cx:pt>
          <cx:pt idx="8379">34.94780356997218</cx:pt>
          <cx:pt idx="8380">50.773476338094262</cx:pt>
          <cx:pt idx="8381">51.599837980799961</cx:pt>
          <cx:pt idx="8382">53.31749433462177</cx:pt>
          <cx:pt idx="8383">46.851696399806883</cx:pt>
          <cx:pt idx="8384">38.410125456840483</cx:pt>
          <cx:pt idx="8385">39.424510978131856</cx:pt>
          <cx:pt idx="8386">36.177054653607868</cx:pt>
          <cx:pt idx="8387">43.965101905730279</cx:pt>
          <cx:pt idx="8388">77.989381933202736</cx:pt>
          <cx:pt idx="8389">61.900975703416542</cx:pt>
          <cx:pt idx="8390">31.011144524029557</cx:pt>
          <cx:pt idx="8391">46.316039938509142</cx:pt>
          <cx:pt idx="8392">55.226892128766472</cx:pt>
          <cx:pt idx="8393">47.014173924405611</cx:pt>
          <cx:pt idx="8394">53.460301509819651</cx:pt>
          <cx:pt idx="8395">47.226300913195075</cx:pt>
          <cx:pt idx="8396">52.155659674554599</cx:pt>
          <cx:pt idx="8397">32.836879863221867</cx:pt>
          <cx:pt idx="8398">42.559389694158575</cx:pt>
          <cx:pt idx="8399">55.389241256106992</cx:pt>
          <cx:pt idx="8400">35.810660416780159</cx:pt>
          <cx:pt idx="8401">56.130886127910443</cx:pt>
          <cx:pt idx="8402">69.028000376105126</cx:pt>
          <cx:pt idx="8403">59.388671642745237</cx:pt>
          <cx:pt idx="8404">54.776280051268238</cx:pt>
          <cx:pt idx="8405">47.811574201968106</cx:pt>
          <cx:pt idx="8406">62.88553682730587</cx:pt>
          <cx:pt idx="8407">43.54141763076511</cx:pt>
          <cx:pt idx="8408">52.594692560427013</cx:pt>
          <cx:pt idx="8409">52.987108550070161</cx:pt>
          <cx:pt idx="8410">31.522934222409418</cx:pt>
          <cx:pt idx="8411">48.867396226475392</cx:pt>
          <cx:pt idx="8412">46.122433407461763</cx:pt>
          <cx:pt idx="8413">39.18655259784169</cx:pt>
          <cx:pt idx="8414">47.276269296196659</cx:pt>
          <cx:pt idx="8415">57.307339839472732</cx:pt>
          <cx:pt idx="8416">41.880823291537794</cx:pt>
          <cx:pt idx="8417">52.472162270356819</cx:pt>
          <cx:pt idx="8418">46.371083150071392</cx:pt>
          <cx:pt idx="8419">31.826746770090232</cx:pt>
          <cx:pt idx="8420">44.654435704923337</cx:pt>
          <cx:pt idx="8421">35.87333121186866</cx:pt>
          <cx:pt idx="8422">64.086132415620611</cx:pt>
          <cx:pt idx="8423">52.472554715834022</cx:pt>
          <cx:pt idx="8424">55.625151500574241</cx:pt>
          <cx:pt idx="8425">66.937581901863553</cx:pt>
          <cx:pt idx="8426">47.524763679809105</cx:pt>
          <cx:pt idx="8427">56.482574895128224</cx:pt>
          <cx:pt idx="8428">57.903967638616287</cx:pt>
          <cx:pt idx="8429">59.053556936296914</cx:pt>
          <cx:pt idx="8430">50.288855725817882</cx:pt>
          <cx:pt idx="8431">37.201508925148914</cx:pt>
          <cx:pt idx="8432">73.910745756922466</cx:pt>
          <cx:pt idx="8433">41.784481229794544</cx:pt>
          <cx:pt idx="8434">60.713790768591259</cx:pt>
          <cx:pt idx="8435">52.773173532471425</cx:pt>
          <cx:pt idx="8436">46.277997522658282</cx:pt>
          <cx:pt idx="8437">27.517957647180413</cx:pt>
          <cx:pt idx="8438">53.322338206442581</cx:pt>
          <cx:pt idx="8439">49.68969476994684</cx:pt>
          <cx:pt idx="8440">38.345433384322398</cx:pt>
          <cx:pt idx="8441">71.836589408651193</cx:pt>
          <cx:pt idx="8442">42.632117503505128</cx:pt>
          <cx:pt idx="8443">59.832656439106387</cx:pt>
          <cx:pt idx="8444">51.414586439709765</cx:pt>
          <cx:pt idx="8445">40.938359638403064</cx:pt>
          <cx:pt idx="8446">61.378083999081426</cx:pt>
          <cx:pt idx="8447">41.926255930773195</cx:pt>
          <cx:pt idx="8448">47.984560220382228</cx:pt>
          <cx:pt idx="8449">47.003853585284098</cx:pt>
          <cx:pt idx="8450">73.73698643173887</cx:pt>
          <cx:pt idx="8451">47.862234931907885</cx:pt>
          <cx:pt idx="8452">46.945484818281038</cx:pt>
          <cx:pt idx="8453">43.446688298461027</cx:pt>
          <cx:pt idx="8454">53.279118399370482</cx:pt>
          <cx:pt idx="8455">30.214330705066192</cx:pt>
          <cx:pt idx="8456">58.747514363695011</cx:pt>
          <cx:pt idx="8457">53.723771550684191</cx:pt>
          <cx:pt idx="8458">56.799474378340165</cx:pt>
          <cx:pt idx="8459">63.509206061968996</cx:pt>
          <cx:pt idx="8460">50.250949302735386</cx:pt>
          <cx:pt idx="8461">54.722279103003544</cx:pt>
          <cx:pt idx="8462">39.482288706520301</cx:pt>
          <cx:pt idx="8463">49.075280180228859</cx:pt>
          <cx:pt idx="8464">50.889191674646767</cx:pt>
          <cx:pt idx="8465">32.345219074362141</cx:pt>
          <cx:pt idx="8466">49.147221022703604</cx:pt>
          <cx:pt idx="8467">51.034719549871568</cx:pt>
          <cx:pt idx="8468">44.724785783524553</cx:pt>
          <cx:pt idx="8469">41.900601359059443</cx:pt>
          <cx:pt idx="8470">50.762188547692325</cx:pt>
          <cx:pt idx="8471">63.52812858704975</cx:pt>
          <cx:pt idx="8472">47.648585826080428</cx:pt>
          <cx:pt idx="8473">50.951535566754195</cx:pt>
          <cx:pt idx="8474">72.31385473496465</cx:pt>
          <cx:pt idx="8475">54.714480903499997</cx:pt>
          <cx:pt idx="8476">45.854430339613863</cx:pt>
          <cx:pt idx="8477">53.318427851421227</cx:pt>
          <cx:pt idx="8478">22.163740776144177</cx:pt>
          <cx:pt idx="8479">52.302186492510295</cx:pt>
          <cx:pt idx="8480">51.938378654754665</cx:pt>
          <cx:pt idx="8481">45.862103451413404</cx:pt>
          <cx:pt idx="8482">52.009817613320337</cx:pt>
          <cx:pt idx="8483">59.206705018196004</cx:pt>
          <cx:pt idx="8484">51.048625034994956</cx:pt>
          <cx:pt idx="8485">45.940102625967882</cx:pt>
          <cx:pt idx="8486">49.300521192098337</cx:pt>
          <cx:pt idx="8487">35.331109404846323</cx:pt>
          <cx:pt idx="8488">50.603567989601522</cx:pt>
          <cx:pt idx="8489">38.371124833053912</cx:pt>
          <cx:pt idx="8490">58.603264340979223</cx:pt>
          <cx:pt idx="8491">50.999285009016717</cx:pt>
          <cx:pt idx="8492">55.87531854763639</cx:pt>
          <cx:pt idx="8493">26.395137742197086</cx:pt>
          <cx:pt idx="8494">59.597012136480615</cx:pt>
          <cx:pt idx="8495">56.26828777143119</cx:pt>
          <cx:pt idx="8496">51.532458701396394</cx:pt>
          <cx:pt idx="8497">51.594986224655059</cx:pt>
          <cx:pt idx="8498">67.552862059760628</cx:pt>
          <cx:pt idx="8499">55.540532672712956</cx:pt>
          <cx:pt idx="8500">44.101323403821475</cx:pt>
          <cx:pt idx="8501">61.263686567365376</cx:pt>
          <cx:pt idx="8502">47.751693784657299</cx:pt>
          <cx:pt idx="8503">63.779321839224338</cx:pt>
          <cx:pt idx="8504">52.071323184078729</cx:pt>
          <cx:pt idx="8505">52.53712472445595</cx:pt>
          <cx:pt idx="8506">37.904847430456684</cx:pt>
          <cx:pt idx="8507">43.899434479073122</cx:pt>
          <cx:pt idx="8508">42.693324193563186</cx:pt>
          <cx:pt idx="8509">63.538432007905996</cx:pt>
          <cx:pt idx="8510">47.654959725780422</cx:pt>
          <cx:pt idx="8511">70.279395781556133</cx:pt>
          <cx:pt idx="8512">37.16550728415956</cx:pt>
          <cx:pt idx="8513">22.50685575850326</cx:pt>
          <cx:pt idx="8514">46.136663007479726</cx:pt>
          <cx:pt idx="8515">33.663588851871872</cx:pt>
          <cx:pt idx="8516">55.899506509069617</cx:pt>
          <cx:pt idx="8517">29.665121484170697</cx:pt>
          <cx:pt idx="8518">30.787990434020514</cx:pt>
          <cx:pt idx="8519">41.176509247030978</cx:pt>
          <cx:pt idx="8520">53.583370278289095</cx:pt>
          <cx:pt idx="8521">62.945835013974978</cx:pt>
          <cx:pt idx="8522">53.609343077649754</cx:pt>
          <cx:pt idx="8523">51.759346135927728</cx:pt>
          <cx:pt idx="8524">39.019082605635539</cx:pt>
          <cx:pt idx="8525">34.845614006945411</cx:pt>
          <cx:pt idx="8526">52.455852104153472</cx:pt>
          <cx:pt idx="8527">66.18444232116336</cx:pt>
          <cx:pt idx="8528">54.849401392917351</cx:pt>
          <cx:pt idx="8529">57.074891943496254</cx:pt>
          <cx:pt idx="8530">33.738114815411492</cx:pt>
          <cx:pt idx="8531">41.404288726768613</cx:pt>
          <cx:pt idx="8532">58.312062583343248</cx:pt>
          <cx:pt idx="8533">59.963193910385201</cx:pt>
          <cx:pt idx="8534">45.152325373151591</cx:pt>
          <cx:pt idx="8535">69.345262454444935</cx:pt>
          <cx:pt idx="8536">54.100287939155933</cx:pt>
          <cx:pt idx="8537">47.597944827621113</cx:pt>
          <cx:pt idx="8538">68.655080790401328</cx:pt>
          <cx:pt idx="8539">74.812910931027403</cx:pt>
          <cx:pt idx="8540">49.404866093292242</cx:pt>
          <cx:pt idx="8541">48.817664737347791</cx:pt>
          <cx:pt idx="8542">52.26641236748226</cx:pt>
          <cx:pt idx="8543">45.65383717405453</cx:pt>
          <cx:pt idx="8544">63.858057690761186</cx:pt>
          <cx:pt idx="8545">42.143153374899548</cx:pt>
          <cx:pt idx="8546">62.115534537815641</cx:pt>
          <cx:pt idx="8547">38.634239166787289</cx:pt>
          <cx:pt idx="8548">37.219303160377457</cx:pt>
          <cx:pt idx="8549">44.589259909650515</cx:pt>
          <cx:pt idx="8550">43.76774757462438</cx:pt>
          <cx:pt idx="8551">54.856852315296877</cx:pt>
          <cx:pt idx="8552">54.422350116816531</cx:pt>
          <cx:pt idx="8553">48.119755112556575</cx:pt>
          <cx:pt idx="8554">41.685236619975427</cx:pt>
          <cx:pt idx="8555">47.090538019890133</cx:pt>
          <cx:pt idx="8556">49.755796192697936</cx:pt>
          <cx:pt idx="8557">38.258040426613952</cx:pt>
          <cx:pt idx="8558">60.942009759845533</cx:pt>
          <cx:pt idx="8559">62.494971986131873</cx:pt>
          <cx:pt idx="8560">60.47179718708265</cx:pt>
          <cx:pt idx="8561">60.914762298172569</cx:pt>
          <cx:pt idx="8562">58.34651502622318</cx:pt>
          <cx:pt idx="8563">60.755607922216825</cx:pt>
          <cx:pt idx="8564">60.532763794881959</cx:pt>
          <cx:pt idx="8565">45.310530210939056</cx:pt>
          <cx:pt idx="8566">59.778587153402569</cx:pt>
          <cx:pt idx="8567">32.480926693231211</cx:pt>
          <cx:pt idx="8568">55.179606298718447</cx:pt>
          <cx:pt idx="8569">47.025832098102981</cx:pt>
          <cx:pt idx="8570">56.422992855316238</cx:pt>
          <cx:pt idx="8571">69.500185574607315</cx:pt>
          <cx:pt idx="8572">67.762238498607346</cx:pt>
          <cx:pt idx="8573">49.975615638781818</cx:pt>
          <cx:pt idx="8574">60.927999792413459</cx:pt>
          <cx:pt idx="8575">64.159252661855248</cx:pt>
          <cx:pt idx="8576">40.462460488187425</cx:pt>
          <cx:pt idx="8577">63.708150520399812</cx:pt>
          <cx:pt idx="8578">49.851120633448645</cx:pt>
          <cx:pt idx="8579">48.94191663122502</cx:pt>
          <cx:pt idx="8580">52.495685670311879</cx:pt>
          <cx:pt idx="8581">63.297992466644288</cx:pt>
          <cx:pt idx="8582">69.581150665479285</cx:pt>
          <cx:pt idx="8583">30.903865978619038</cx:pt>
          <cx:pt idx="8584">49.023063882636379</cx:pt>
          <cx:pt idx="8585">50.453426268048766</cx:pt>
          <cx:pt idx="8586">55.500002197566943</cx:pt>
          <cx:pt idx="8587">46.711183731347361</cx:pt>
          <cx:pt idx="8588">35.76013268143695</cx:pt>
          <cx:pt idx="8589">45.169986255418252</cx:pt>
          <cx:pt idx="8590">51.002736874648299</cx:pt>
          <cx:pt idx="8591">55.844240668071123</cx:pt>
          <cx:pt idx="8592">56.859325753190149</cx:pt>
          <cx:pt idx="8593">57.137777074015851</cx:pt>
          <cx:pt idx="8594">61.222846386562921</cx:pt>
          <cx:pt idx="8595">44.970584646066136</cx:pt>
          <cx:pt idx="8596">43.988017909546279</cx:pt>
          <cx:pt idx="8597">36.374643272032401</cx:pt>
          <cx:pt idx="8598">44.098344967919473</cx:pt>
          <cx:pt idx="8599">46.325255166651722</cx:pt>
          <cx:pt idx="8600">49.150875669699545</cx:pt>
          <cx:pt idx="8601">60.028846221596808</cx:pt>
          <cx:pt idx="8602">52.485853053762781</cx:pt>
          <cx:pt idx="8603">56.452831988974808</cx:pt>
          <cx:pt idx="8604">48.120720757677539</cx:pt>
          <cx:pt idx="8605">55.204911302824058</cx:pt>
          <cx:pt idx="8606">54.058451489918717</cx:pt>
          <cx:pt idx="8607">60.391857928617483</cx:pt>
          <cx:pt idx="8608">29.434272241877402</cx:pt>
          <cx:pt idx="8609">49.122156085126285</cx:pt>
          <cx:pt idx="8610">54.110303665732872</cx:pt>
          <cx:pt idx="8611">66.917310215302294</cx:pt>
          <cx:pt idx="8612">54.233553741398794</cx:pt>
          <cx:pt idx="8613">63.894121242339935</cx:pt>
          <cx:pt idx="8614">46.140043209930347</cx:pt>
          <cx:pt idx="8615">57.021937121783566</cx:pt>
          <cx:pt idx="8616">57.54068257370691</cx:pt>
          <cx:pt idx="8617">35.736341340500445</cx:pt>
          <cx:pt idx="8618">45.619168398942378</cx:pt>
          <cx:pt idx="8619">58.170458443497189</cx:pt>
          <cx:pt idx="8620">55.190960863738837</cx:pt>
          <cx:pt idx="8621">39.771114734167909</cx:pt>
          <cx:pt idx="8622">44.868589375236141</cx:pt>
          <cx:pt idx="8623">49.02307331295313</cx:pt>
          <cx:pt idx="8624">56.680726553163247</cx:pt>
          <cx:pt idx="8625">52.469945297138402</cx:pt>
          <cx:pt idx="8626">54.821182513216407</cx:pt>
          <cx:pt idx="8627">48.282233414245425</cx:pt>
          <cx:pt idx="8628">55.046486132556076</cx:pt>
          <cx:pt idx="8629">54.058492490204053</cx:pt>
          <cx:pt idx="8630">43.677118819576208</cx:pt>
          <cx:pt idx="8631">43.426384257028445</cx:pt>
          <cx:pt idx="8632">35.630134095894647</cx:pt>
          <cx:pt idx="8633">41.408158329448156</cx:pt>
          <cx:pt idx="8634">52.206007238809391</cx:pt>
          <cx:pt idx="8635">48.397740176204444</cx:pt>
          <cx:pt idx="8636">47.630212397989602</cx:pt>
          <cx:pt idx="8637">67.530213751357721</cx:pt>
          <cx:pt idx="8638">42.764533190913433</cx:pt>
          <cx:pt idx="8639">52.776450184471479</cx:pt>
          <cx:pt idx="8640">53.883488985017678</cx:pt>
          <cx:pt idx="8641">44.629166537421327</cx:pt>
          <cx:pt idx="8642">51.806524832553727</cx:pt>
          <cx:pt idx="8643">50.662603894771721</cx:pt>
          <cx:pt idx="8644">62.285497747768659</cx:pt>
          <cx:pt idx="8645">64.764991436473821</cx:pt>
          <cx:pt idx="8646">52.608866929574695</cx:pt>
          <cx:pt idx="8647">44.171414675384483</cx:pt>
          <cx:pt idx="8648">36.90595593714059</cx:pt>
          <cx:pt idx="8649">49.053930605044975</cx:pt>
          <cx:pt idx="8650">46.051268210130743</cx:pt>
          <cx:pt idx="8651">57.65494877722724</cx:pt>
          <cx:pt idx="8652">42.42694860217572</cx:pt>
          <cx:pt idx="8653">63.14307803651338</cx:pt>
          <cx:pt idx="8654">70.100153847983208</cx:pt>
          <cx:pt idx="8655">51.637009438667775</cx:pt>
          <cx:pt idx="8656">53.16975260022371</cx:pt>
          <cx:pt idx="8657">47.372381149295023</cx:pt>
          <cx:pt idx="8658">54.015660443723178</cx:pt>
          <cx:pt idx="8659">35.361874329027231</cx:pt>
          <cx:pt idx="8660">61.730625160768803</cx:pt>
          <cx:pt idx="8661">49.81002280499537</cx:pt>
          <cx:pt idx="8662">33.516715919111604</cx:pt>
          <cx:pt idx="8663">47.204410262511836</cx:pt>
          <cx:pt idx="8664">40.625053325684163</cx:pt>
          <cx:pt idx="8665">60.058127351821256</cx:pt>
          <cx:pt idx="8666">54.107032411735112</cx:pt>
          <cx:pt idx="8667">47.802922376239032</cx:pt>
          <cx:pt idx="8668">43.790868398961216</cx:pt>
          <cx:pt idx="8669">58.509511797697087</cx:pt>
          <cx:pt idx="8670">28.191157319677448</cx:pt>
          <cx:pt idx="8671">57.455449179773289</cx:pt>
          <cx:pt idx="8672">57.651680701804864</cx:pt>
          <cx:pt idx="8673">48.247032575329776</cx:pt>
          <cx:pt idx="8674">50.875562293905503</cx:pt>
          <cx:pt idx="8675">54.226089877878692</cx:pt>
          <cx:pt idx="8676">48.636662682616382</cx:pt>
          <cx:pt idx="8677">55.037520597704805</cx:pt>
          <cx:pt idx="8678">49.209102891030824</cx:pt>
          <cx:pt idx="8679">34.451991379694476</cx:pt>
          <cx:pt idx="8680">40.1987552302705</cx:pt>
          <cx:pt idx="8681">65.786431291892924</cx:pt>
          <cx:pt idx="8682">60.050443872657503</cx:pt>
          <cx:pt idx="8683">45.646171084660622</cx:pt>
          <cx:pt idx="8684">55.559546391981044</cx:pt>
          <cx:pt idx="8685">46.778183130025241</cx:pt>
          <cx:pt idx="8686">41.603089659988214</cx:pt>
          <cx:pt idx="8687">47.463815235736206</cx:pt>
          <cx:pt idx="8688">49.60414628471775</cx:pt>
          <cx:pt idx="8689">60.245049469119181</cx:pt>
          <cx:pt idx="8690">62.729911854079489</cx:pt>
          <cx:pt idx="8691">62.956814551553443</cx:pt>
          <cx:pt idx="8692">45.658430191446179</cx:pt>
          <cx:pt idx="8693">45.008583862718936</cx:pt>
          <cx:pt idx="8694">75.789737750787097</cx:pt>
          <cx:pt idx="8695">29.518138464515552</cx:pt>
          <cx:pt idx="8696">43.411965502788483</cx:pt>
          <cx:pt idx="8697">50.958692243895122</cx:pt>
          <cx:pt idx="8698">63.102623261449779</cx:pt>
          <cx:pt idx="8699">40.579441219350066</cx:pt>
          <cx:pt idx="8700">44.653710150344637</cx:pt>
          <cx:pt idx="8701">60.58126779543958</cx:pt>
          <cx:pt idx="8702">59.199331020859567</cx:pt>
          <cx:pt idx="8703">65.195571924184861</cx:pt>
          <cx:pt idx="8704">47.858318350572915</cx:pt>
          <cx:pt idx="8705">48.972181931268345</cx:pt>
          <cx:pt idx="8706">49.587007494594083</cx:pt>
          <cx:pt idx="8707">61.354981769505358</cx:pt>
          <cx:pt idx="8708">60.791274983889757</cx:pt>
          <cx:pt idx="8709">50.691347402419474</cx:pt>
          <cx:pt idx="8710">54.962275446367372</cx:pt>
          <cx:pt idx="8711">47.136933682401953</cx:pt>
          <cx:pt idx="8712">44.257307508594437</cx:pt>
          <cx:pt idx="8713">52.749760476593387</cx:pt>
          <cx:pt idx="8714">52.361441245769527</cx:pt>
          <cx:pt idx="8715">36.604157432956107</cx:pt>
          <cx:pt idx="8716">53.913272476478163</cx:pt>
          <cx:pt idx="8717">52.982158959048</cx:pt>
          <cx:pt idx="8718">52.987255485568468</cx:pt>
          <cx:pt idx="8719">58.390279677042216</cx:pt>
          <cx:pt idx="8720">62.154225343107584</cx:pt>
          <cx:pt idx="8721">54.912486273573762</cx:pt>
          <cx:pt idx="8722">53.052175577766782</cx:pt>
          <cx:pt idx="8723">47.81401407080542</cx:pt>
          <cx:pt idx="8724">34.569830460585308</cx:pt>
          <cx:pt idx="8725">51.897035837614219</cx:pt>
          <cx:pt idx="8726">52.040620574145024</cx:pt>
          <cx:pt idx="8727">51.10565248322154</cx:pt>
          <cx:pt idx="8728">49.314301206035125</cx:pt>
          <cx:pt idx="8729">51.607377078981756</cx:pt>
          <cx:pt idx="8730">53.090228334525982</cx:pt>
          <cx:pt idx="8731">60.784912750886939</cx:pt>
          <cx:pt idx="8732">42.483361185592543</cx:pt>
          <cx:pt idx="8733">49.492479228414773</cx:pt>
          <cx:pt idx="8734">34.542623216540107</cx:pt>
          <cx:pt idx="8735">49.604987508241841</cx:pt>
          <cx:pt idx="8736">64.165484948538889</cx:pt>
          <cx:pt idx="8737">42.827290020484604</cx:pt>
          <cx:pt idx="8738">48.114126807267056</cx:pt>
          <cx:pt idx="8739">65.188085625737926</cx:pt>
          <cx:pt idx="8740">38.057418692709973</cx:pt>
          <cx:pt idx="8741">39.003205375476753</cx:pt>
          <cx:pt idx="8742">55.294379920820525</cx:pt>
          <cx:pt idx="8743">37.191858660657687</cx:pt>
          <cx:pt idx="8744">68.078907585450494</cx:pt>
          <cx:pt idx="8745">36.301313464652644</cx:pt>
          <cx:pt idx="8746">49.521683412897893</cx:pt>
          <cx:pt idx="8747">60.878970013260613</cx:pt>
          <cx:pt idx="8748">59.831184991913446</cx:pt>
          <cx:pt idx="8749">45.395843352156753</cx:pt>
          <cx:pt idx="8750">60.815484845761908</cx:pt>
          <cx:pt idx="8751">48.756679636931374</cx:pt>
          <cx:pt idx="8752">46.194778946262602</cx:pt>
          <cx:pt idx="8753">48.862015180333266</cx:pt>
          <cx:pt idx="8754">50.128933419265998</cx:pt>
          <cx:pt idx="8755">39.042041918391632</cx:pt>
          <cx:pt idx="8756">63.861569629277682</cx:pt>
          <cx:pt idx="8757">53.826881401969452</cx:pt>
          <cx:pt idx="8758">43.047207981563204</cx:pt>
          <cx:pt idx="8759">54.673429797921152</cx:pt>
          <cx:pt idx="8760">42.991974116419883</cx:pt>
          <cx:pt idx="8761">44.230691936355825</cx:pt>
          <cx:pt idx="8762">45.833220347304461</cx:pt>
          <cx:pt idx="8763">64.632846860146827</cx:pt>
          <cx:pt idx="8764">35.79290065986121</cx:pt>
          <cx:pt idx="8765">40.740458719614175</cx:pt>
          <cx:pt idx="8766">42.725635569758794</cx:pt>
          <cx:pt idx="8767">31.08421528037621</cx:pt>
          <cx:pt idx="8768">56.180736956920491</cx:pt>
          <cx:pt idx="8769">54.386439671986352</cx:pt>
          <cx:pt idx="8770">32.749640183138908</cx:pt>
          <cx:pt idx="8771">37.874188210872433</cx:pt>
          <cx:pt idx="8772">60.591780711191248</cx:pt>
          <cx:pt idx="8773">50.572016480850266</cx:pt>
          <cx:pt idx="8774">54.754052200129941</cx:pt>
          <cx:pt idx="8775">38.952909933791119</cx:pt>
          <cx:pt idx="8776">49.979294660566879</cx:pt>
          <cx:pt idx="8777">26.239739985754468</cx:pt>
          <cx:pt idx="8778">37.162002227209257</cx:pt>
          <cx:pt idx="8779">61.528668670685413</cx:pt>
          <cx:pt idx="8780">41.99318158328402</cx:pt>
          <cx:pt idx="8781">42.286903287726389</cx:pt>
          <cx:pt idx="8782">44.500881226510501</cx:pt>
          <cx:pt idx="8783">53.76892877425847</cx:pt>
          <cx:pt idx="8784">61.818909932954966</cx:pt>
          <cx:pt idx="8785">41.353914437946273</cx:pt>
          <cx:pt idx="8786">59.233332988308675</cx:pt>
          <cx:pt idx="8787">42.101960241756878</cx:pt>
          <cx:pt idx="8788">44.656939722689287</cx:pt>
          <cx:pt idx="8789">52.450541197487077</cx:pt>
          <cx:pt idx="8790">48.509884769854935</cx:pt>
          <cx:pt idx="8791">45.345194239627027</cx:pt>
          <cx:pt idx="8792">34.405235889339167</cx:pt>
          <cx:pt idx="8793">60.140225234360358</cx:pt>
          <cx:pt idx="8794">56.327581358866283</cx:pt>
          <cx:pt idx="8795">38.956414141308812</cx:pt>
          <cx:pt idx="8796">53.371502775847418</cx:pt>
          <cx:pt idx="8797">43.202797436496652</cx:pt>
          <cx:pt idx="8798">59.002962389962249</cx:pt>
          <cx:pt idx="8799">32.906117791068226</cx:pt>
          <cx:pt idx="8800">48.138016019548381</cx:pt>
          <cx:pt idx="8801">53.382553523651254</cx:pt>
          <cx:pt idx="8802">46.271467437464892</cx:pt>
          <cx:pt idx="8803">42.179665058187489</cx:pt>
          <cx:pt idx="8804">33.83075517260967</cx:pt>
          <cx:pt idx="8805">50.746031174603118</cx:pt>
          <cx:pt idx="8806">69.597671080753457</cx:pt>
          <cx:pt idx="8807">47.345993083524014</cx:pt>
          <cx:pt idx="8808">54.818369671531002</cx:pt>
          <cx:pt idx="8809">41.23911166803807</cx:pt>
          <cx:pt idx="8810">46.068022267519673</cx:pt>
          <cx:pt idx="8811">24.326366331335969</cx:pt>
          <cx:pt idx="8812">51.340545341926749</cx:pt>
          <cx:pt idx="8813">48.524435439471603</cx:pt>
          <cx:pt idx="8814">45.230674581371929</cx:pt>
          <cx:pt idx="8815">29.042631736424219</cx:pt>
          <cx:pt idx="8816">51.413052119691457</cx:pt>
          <cx:pt idx="8817">47.352092359911403</cx:pt>
          <cx:pt idx="8818">52.587309121686623</cx:pt>
          <cx:pt idx="8819">42.518726931876081</cx:pt>
          <cx:pt idx="8820">63.71646849157468</cx:pt>
          <cx:pt idx="8821">60.328269891756037</cx:pt>
          <cx:pt idx="8822">54.675445164436468</cx:pt>
          <cx:pt idx="8823">47.172944215428124</cx:pt>
          <cx:pt idx="8824">34.16221449004788</cx:pt>
          <cx:pt idx="8825">57.572166476310471</cx:pt>
          <cx:pt idx="8826">71.585812332666521</cx:pt>
          <cx:pt idx="8827">49.576212877542901</cx:pt>
          <cx:pt idx="8828">58.55402735033158</cx:pt>
          <cx:pt idx="8829">46.772439370837709</cx:pt>
          <cx:pt idx="8830">45.664005776933884</cx:pt>
          <cx:pt idx="8831">49.720536551097027</cx:pt>
          <cx:pt idx="8832">55.870064249249566</cx:pt>
          <cx:pt idx="8833">17.753472860794567</cx:pt>
          <cx:pt idx="8834">52.081555970648246</cx:pt>
          <cx:pt idx="8835">60.534243403402442</cx:pt>
          <cx:pt idx="8836">56.66540570242703</cx:pt>
          <cx:pt idx="8837">48.629318146580452</cx:pt>
          <cx:pt idx="8838">55.368791388445899</cx:pt>
          <cx:pt idx="8839">45.757729862884489</cx:pt>
          <cx:pt idx="8840">51.890366006441873</cx:pt>
          <cx:pt idx="8841">43.507490148372099</cx:pt>
          <cx:pt idx="8842">60.790096025235457</cx:pt>
          <cx:pt idx="8843">43.300016682575368</cx:pt>
          <cx:pt idx="8844">63.761304817024083</cx:pt>
          <cx:pt idx="8845">48.724275979717589</cx:pt>
          <cx:pt idx="8846">58.525703140524108</cx:pt>
          <cx:pt idx="8847">49.689663355624923</cx:pt>
          <cx:pt idx="8848">55.725289574085807</cx:pt>
          <cx:pt idx="8849">51.534651390764751</cx:pt>
          <cx:pt idx="8850">62.572881484262645</cx:pt>
          <cx:pt idx="8851">51.854603809218126</cx:pt>
          <cx:pt idx="8852">60.154758704611311</cx:pt>
          <cx:pt idx="8853">62.12450682900436</cx:pt>
          <cx:pt idx="8854">59.731565034955757</cx:pt>
          <cx:pt idx="8855">55.005102822906068</cx:pt>
          <cx:pt idx="8856">48.80659729433696</cx:pt>
          <cx:pt idx="8857">37.980349918577559</cx:pt>
          <cx:pt idx="8858">48.972202157175744</cx:pt>
          <cx:pt idx="8859">62.460898910021548</cx:pt>
          <cx:pt idx="8860">51.191914047232025</cx:pt>
          <cx:pt idx="8861">57.381392236010456</cx:pt>
          <cx:pt idx="8862">59.436682761957215</cx:pt>
          <cx:pt idx="8863">42.443661759677511</cx:pt>
          <cx:pt idx="8864">59.658244658807632</cx:pt>
          <cx:pt idx="8865">61.104774403649955</cx:pt>
          <cx:pt idx="8866">41.741278137050571</cx:pt>
          <cx:pt idx="8867">46.96777320489366</cx:pt>
          <cx:pt idx="8868">43.549522672402638</cx:pt>
          <cx:pt idx="8869">53.893285560480059</cx:pt>
          <cx:pt idx="8870">56.292051008396662</cx:pt>
          <cx:pt idx="8871">50.995826620130416</cx:pt>
          <cx:pt idx="8872">72.03791515821581</cx:pt>
          <cx:pt idx="8873">42.037735306051339</cx:pt>
          <cx:pt idx="8874">66.541019821895617</cx:pt>
          <cx:pt idx="8875">47.579237885490024</cx:pt>
          <cx:pt idx="8876">54.37432547752784</cx:pt>
          <cx:pt idx="8877">28.029591991346035</cx:pt>
          <cx:pt idx="8878">58.388649154793093</cx:pt>
          <cx:pt idx="8879">48.310880614391067</cx:pt>
          <cx:pt idx="8880">53.255848580760862</cx:pt>
          <cx:pt idx="8881">56.974617412500884</cx:pt>
          <cx:pt idx="8882">53.829665477908179</cx:pt>
          <cx:pt idx="8883">54.033329303560947</cx:pt>
          <cx:pt idx="8884">50.689329385287749</cx:pt>
          <cx:pt idx="8885">42.836207258342789</cx:pt>
          <cx:pt idx="8886">40.222399345621575</cx:pt>
          <cx:pt idx="8887">68.005177121672858</cx:pt>
          <cx:pt idx="8888">43.563646955703732</cx:pt>
          <cx:pt idx="8889">42.264428058639965</cx:pt>
          <cx:pt idx="8890">34.395145065929782</cx:pt>
          <cx:pt idx="8891">36.962066771689102</cx:pt>
          <cx:pt idx="8892">48.881558360714919</cx:pt>
          <cx:pt idx="8893">67.214142587025378</cx:pt>
          <cx:pt idx="8894">42.726208551001612</cx:pt>
          <cx:pt idx="8895">56.239220913396508</cx:pt>
          <cx:pt idx="8896">55.437099032388872</cx:pt>
          <cx:pt idx="8897">28.035380820727035</cx:pt>
          <cx:pt idx="8898">38.143196827552728</cx:pt>
          <cx:pt idx="8899">49.99038839623018</cx:pt>
          <cx:pt idx="8900">52.590614063837634</cx:pt>
          <cx:pt idx="8901">68.213367110754064</cx:pt>
          <cx:pt idx="8902">49.464589645616933</cx:pt>
          <cx:pt idx="8903">42.313959247774051</cx:pt>
          <cx:pt idx="8904">55.428182295712652</cx:pt>
          <cx:pt idx="8905">54.413408685384965</cx:pt>
          <cx:pt idx="8906">25.979638838825476</cx:pt>
          <cx:pt idx="8907">54.374656922295699</cx:pt>
          <cx:pt idx="8908">28.463881167192703</cx:pt>
          <cx:pt idx="8909">48.071915334549857</cx:pt>
          <cx:pt idx="8910">70.617975450311064</cx:pt>
          <cx:pt idx="8911">54.518538460139936</cx:pt>
          <cx:pt idx="8912">56.200084303775171</cx:pt>
          <cx:pt idx="8913">44.826974289850639</cx:pt>
          <cx:pt idx="8914">46.414855645962753</cx:pt>
          <cx:pt idx="8915">31.970576927043176</cx:pt>
          <cx:pt idx="8916">64.787683178549955</cx:pt>
          <cx:pt idx="8917">45.929739772557483</cx:pt>
          <cx:pt idx="8918">35.294166795496672</cx:pt>
          <cx:pt idx="8919">34.397977681947737</cx:pt>
          <cx:pt idx="8920">52.754117306901911</cx:pt>
          <cx:pt idx="8921">43.00738959700606</cx:pt>
          <cx:pt idx="8922">41.892937057957347</cx:pt>
          <cx:pt idx="8923">41.73289256600215</cx:pt>
          <cx:pt idx="8924">51.687097860598655</cx:pt>
          <cx:pt idx="8925">49.519817440177661</cx:pt>
          <cx:pt idx="8926">43.389297452337246</cx:pt>
          <cx:pt idx="8927">64.301579832423641</cx:pt>
          <cx:pt idx="8928">50.560974321637801</cx:pt>
          <cx:pt idx="8929">38.988362185014665</cx:pt>
          <cx:pt idx="8930">52.802861737472121</cx:pt>
          <cx:pt idx="8931">43.159578920189446</cx:pt>
          <cx:pt idx="8932">50.223016810872899</cx:pt>
          <cx:pt idx="8933">44.38815024623505</cx:pt>
          <cx:pt idx="8934">55.332236725915308</cx:pt>
          <cx:pt idx="8935">59.322917458873818</cx:pt>
          <cx:pt idx="8936">44.83203438560777</cx:pt>
          <cx:pt idx="8937">53.67609639180322</cx:pt>
          <cx:pt idx="8938">30.377855062694497</cx:pt>
          <cx:pt idx="8939">66.65564382569606</cx:pt>
          <cx:pt idx="8940">43.600479116847694</cx:pt>
          <cx:pt idx="8941">59.361204660363043</cx:pt>
          <cx:pt idx="8942">51.524777237877032</cx:pt>
          <cx:pt idx="8943">56.992208219209573</cx:pt>
          <cx:pt idx="8944">43.297540268851535</cx:pt>
          <cx:pt idx="8945">40.77592991241265</cx:pt>
          <cx:pt idx="8946">43.522849701695357</cx:pt>
          <cx:pt idx="8947">54.223139669132195</cx:pt>
          <cx:pt idx="8948">51.00092122517627</cx:pt>
          <cx:pt idx="8949">54.828817185907496</cx:pt>
          <cx:pt idx="8950">51.641443315727592</cx:pt>
          <cx:pt idx="8951">38.177270384699483</cx:pt>
          <cx:pt idx="8952">42.718482463217669</cx:pt>
          <cx:pt idx="8953">48.455186750924859</cx:pt>
          <cx:pt idx="8954">54.70360399398426</cx:pt>
          <cx:pt idx="8955">48.436053928898858</cx:pt>
          <cx:pt idx="8956">38.245543972492733</cx:pt>
          <cx:pt idx="8957">39.53218293919354</cx:pt>
          <cx:pt idx="8958">64.268273496946065</cx:pt>
          <cx:pt idx="8959">62.313482466639741</cx:pt>
          <cx:pt idx="8960">50.847289742030888</cx:pt>
          <cx:pt idx="8961">43.123348870341381</cx:pt>
          <cx:pt idx="8962">27.603759721764568</cx:pt>
          <cx:pt idx="8963">52.047916269899204</cx:pt>
          <cx:pt idx="8964">51.128334557036055</cx:pt>
          <cx:pt idx="8965">45.8402534683798</cx:pt>
          <cx:pt idx="8966">44.378618156034555</cx:pt>
          <cx:pt idx="8967">41.237105636954425</cx:pt>
          <cx:pt idx="8968">48.57743844648725</cx:pt>
          <cx:pt idx="8969">61.09861224537115</cx:pt>
          <cx:pt idx="8970">64.296233208076799</cx:pt>
          <cx:pt idx="8971">40.173059177359399</cx:pt>
          <cx:pt idx="8972">53.312662941272478</cx:pt>
          <cx:pt idx="8973">59.978510475267413</cx:pt>
          <cx:pt idx="8974">34.110617636621015</cx:pt>
          <cx:pt idx="8975">50.59887413495197</cx:pt>
          <cx:pt idx="8976">64.848601118093512</cx:pt>
          <cx:pt idx="8977">32.696175302155126</cx:pt>
          <cx:pt idx="8978">51.243290728839796</cx:pt>
          <cx:pt idx="8979">58.813169542874675</cx:pt>
          <cx:pt idx="8980">59.408860258981719</cx:pt>
          <cx:pt idx="8981">56.415533167100421</cx:pt>
          <cx:pt idx="8982">54.993034821451822</cx:pt>
          <cx:pt idx="8983">68.144333169290221</cx:pt>
          <cx:pt idx="8984">49.530368192035304</cx:pt>
          <cx:pt idx="8985">48.328717730999024</cx:pt>
          <cx:pt idx="8986">39.296991272100819</cx:pt>
          <cx:pt idx="8987">67.717127456737444</cx:pt>
          <cx:pt idx="8988">47.537447369389078</cx:pt>
          <cx:pt idx="8989">49.490227069224709</cx:pt>
          <cx:pt idx="8990">46.53753400549239</cx:pt>
          <cx:pt idx="8991">45.942164474695218</cx:pt>
          <cx:pt idx="8992">50.898591812860296</cx:pt>
          <cx:pt idx="8993">59.991881947573944</cx:pt>
          <cx:pt idx="8994">38.512207013645771</cx:pt>
          <cx:pt idx="8995">46.055692184959696</cx:pt>
          <cx:pt idx="8996">37.79848854703129</cx:pt>
          <cx:pt idx="8997">47.323022101971191</cx:pt>
          <cx:pt idx="8998">62.893750701089637</cx:pt>
          <cx:pt idx="8999">49.147154542085495</cx:pt>
          <cx:pt idx="9000">43.535448839034636</cx:pt>
          <cx:pt idx="9001">31.681433707956252</cx:pt>
          <cx:pt idx="9002">54.947856104674109</cx:pt>
          <cx:pt idx="9003">45.550295737427277</cx:pt>
          <cx:pt idx="9004">42.10776384138692</cx:pt>
          <cx:pt idx="9005">64.979776770390828</cx:pt>
          <cx:pt idx="9006">52.965818248556424</cx:pt>
          <cx:pt idx="9007">58.850487456546084</cx:pt>
          <cx:pt idx="9008">63.123238024400976</cx:pt>
          <cx:pt idx="9009">63.275157228958278</cx:pt>
          <cx:pt idx="9010">69.909702107478779</cx:pt>
          <cx:pt idx="9011">43.541633314679153</cx:pt>
          <cx:pt idx="9012">48.926233729349633</cx:pt>
          <cx:pt idx="9013">53.791471868546317</cx:pt>
          <cx:pt idx="9014">61.005415968369093</cx:pt>
          <cx:pt idx="9015">45.307099111085179</cx:pt>
          <cx:pt idx="9016">50.10584905930174</cx:pt>
          <cx:pt idx="9017">45.075734041692627</cx:pt>
          <cx:pt idx="9018">69.658486880240972</cx:pt>
          <cx:pt idx="9019">44.550729991577619</cx:pt>
          <cx:pt idx="9020">62.928894926550448</cx:pt>
          <cx:pt idx="9021">56.067928246119699</cx:pt>
          <cx:pt idx="9022">29.439523201003222</cx:pt>
          <cx:pt idx="9023">65.171754169079804</cx:pt>
          <cx:pt idx="9024">42.362071498032826</cx:pt>
          <cx:pt idx="9025">53.807899205004198</cx:pt>
          <cx:pt idx="9026">42.866858485446848</cx:pt>
          <cx:pt idx="9027">54.195015001397806</cx:pt>
          <cx:pt idx="9028">36.247028929524035</cx:pt>
          <cx:pt idx="9029">46.552011779955421</cx:pt>
          <cx:pt idx="9030">35.396038175314004</cx:pt>
          <cx:pt idx="9031">49.210454346393703</cx:pt>
          <cx:pt idx="9032">48.342610298185498</cx:pt>
          <cx:pt idx="9033">62.304060826850453</cx:pt>
          <cx:pt idx="9034">35.524292131651862</cx:pt>
          <cx:pt idx="9035">59.350974189254202</cx:pt>
          <cx:pt idx="9036">49.886991418266959</cx:pt>
          <cx:pt idx="9037">49.039722014138505</cx:pt>
          <cx:pt idx="9038">57.814655098584595</cx:pt>
          <cx:pt idx="9039">56.675409029676381</cx:pt>
          <cx:pt idx="9040">51.429400988981207</cx:pt>
          <cx:pt idx="9041">48.34941050479074</cx:pt>
          <cx:pt idx="9042">60.310817630942267</cx:pt>
          <cx:pt idx="9043">39.28614214531725</cx:pt>
          <cx:pt idx="9044">58.616784885783815</cx:pt>
          <cx:pt idx="9045">59.628871867317933</cx:pt>
          <cx:pt idx="9046">41.019116734306671</cx:pt>
          <cx:pt idx="9047">66.331881930999316</cx:pt>
          <cx:pt idx="9048">39.84871964148865</cx:pt>
          <cx:pt idx="9049">55.387040539181612</cx:pt>
          <cx:pt idx="9050">56.746150828382198</cx:pt>
          <cx:pt idx="9051">54.958167428400195</cx:pt>
          <cx:pt idx="9052">41.91185814988107</cx:pt>
          <cx:pt idx="9053">41.015977643535919</cx:pt>
          <cx:pt idx="9054">50.798615772338927</cx:pt>
          <cx:pt idx="9055">53.204931297017694</cx:pt>
          <cx:pt idx="9056">45.767606216465381</cx:pt>
          <cx:pt idx="9057">42.464167120524245</cx:pt>
          <cx:pt idx="9058">60.549411621061793</cx:pt>
          <cx:pt idx="9059">35.842257233092511</cx:pt>
          <cx:pt idx="9060">61.832888465815913</cx:pt>
          <cx:pt idx="9061">54.117512853671563</cx:pt>
          <cx:pt idx="9062">42.037897946099065</cx:pt>
          <cx:pt idx="9063">61.186719266276732</cx:pt>
          <cx:pt idx="9064">47.453765833468495</cx:pt>
          <cx:pt idx="9065">51.52975675544716</cx:pt>
          <cx:pt idx="9066">57.016212764989874</cx:pt>
          <cx:pt idx="9067">54.264654927511145</cx:pt>
          <cx:pt idx="9068">48.114756028056128</cx:pt>
          <cx:pt idx="9069">48.409456850339076</cx:pt>
          <cx:pt idx="9070">39.66697892330783</cx:pt>
          <cx:pt idx="9071">33.470462198944439</cx:pt>
          <cx:pt idx="9072">43.059317174730651</cx:pt>
          <cx:pt idx="9073">39.194701799666873</cx:pt>
          <cx:pt idx="9074">31.676716741768082</cx:pt>
          <cx:pt idx="9075">52.66422307689659</cx:pt>
          <cx:pt idx="9076">50.1076611019989</cx:pt>
          <cx:pt idx="9077">53.646948727805331</cx:pt>
          <cx:pt idx="9078">45.01079595191392</cx:pt>
          <cx:pt idx="9079">65.175307139492247</cx:pt>
          <cx:pt idx="9080">59.518614125469419</cx:pt>
          <cx:pt idx="9081">62.784502314305556</cx:pt>
          <cx:pt idx="9082">36.119761131052314</cx:pt>
          <cx:pt idx="9083">55.755938280547177</cx:pt>
          <cx:pt idx="9084">46.942632369194186</cx:pt>
          <cx:pt idx="9085">64.926728791065244</cx:pt>
          <cx:pt idx="9086">56.97563516850073</cx:pt>
          <cx:pt idx="9087">48.192179449102426</cx:pt>
          <cx:pt idx="9088">52.010899961053248</cx:pt>
          <cx:pt idx="9089">61.926888822146417</cx:pt>
          <cx:pt idx="9090">62.602541070052673</cx:pt>
          <cx:pt idx="9091">49.938231677058141</cx:pt>
          <cx:pt idx="9092">26.833761570800956</cx:pt>
          <cx:pt idx="9093">52.172422722555808</cx:pt>
          <cx:pt idx="9094">64.633480128445086</cx:pt>
          <cx:pt idx="9095">59.452974559686368</cx:pt>
          <cx:pt idx="9096">55.434521025924496</cx:pt>
          <cx:pt idx="9097">41.315536953439448</cx:pt>
          <cx:pt idx="9098">44.591775349871746</cx:pt>
          <cx:pt idx="9099">56.285138361824963</cx:pt>
          <cx:pt idx="9100">51.073436102835807</cx:pt>
          <cx:pt idx="9101">54.276024126944954</cx:pt>
          <cx:pt idx="9102">47.736436766668547</cx:pt>
          <cx:pt idx="9103">36.538475067170189</cx:pt>
          <cx:pt idx="9104">42.785476237025613</cx:pt>
          <cx:pt idx="9105">40.661043090557747</cx:pt>
          <cx:pt idx="9106">30.595705162067446</cx:pt>
          <cx:pt idx="9107">25.113009733354769</cx:pt>
          <cx:pt idx="9108">27.768958825527367</cx:pt>
          <cx:pt idx="9109">59.803215513098102</cx:pt>
          <cx:pt idx="9110">50.4478514511867</cx:pt>
          <cx:pt idx="9111">44.094228817665581</cx:pt>
          <cx:pt idx="9112">40.823161648160209</cx:pt>
          <cx:pt idx="9113">42.274813058848387</cx:pt>
          <cx:pt idx="9114">48.791576215147714</cx:pt>
          <cx:pt idx="9115">46.21810112902169</cx:pt>
          <cx:pt idx="9116">33.865506226331505</cx:pt>
          <cx:pt idx="9117">37.852077566235565</cx:pt>
          <cx:pt idx="9118">52.512673194597951</cx:pt>
          <cx:pt idx="9119">38.02444472649978</cx:pt>
          <cx:pt idx="9120">48.379166063263924</cx:pt>
          <cx:pt idx="9121">44.891692753150956</cx:pt>
          <cx:pt idx="9122">44.893678978072643</cx:pt>
          <cx:pt idx="9123">43.847314468909076</cx:pt>
          <cx:pt idx="9124">57.580746769088371</cx:pt>
          <cx:pt idx="9125">47.064210333653712</cx:pt>
          <cx:pt idx="9126">52.052403738632847</cx:pt>
          <cx:pt idx="9127">59.314485866261826</cx:pt>
          <cx:pt idx="9128">67.41497867378709</cx:pt>
          <cx:pt idx="9129">52.217898385431582</cx:pt>
          <cx:pt idx="9130">45.59225335022262</cx:pt>
          <cx:pt idx="9131">44.197087268438786</cx:pt>
          <cx:pt idx="9132">36.015996440346683</cx:pt>
          <cx:pt idx="9133">61.101663460675539</cx:pt>
          <cx:pt idx="9134">47.899796060244483</cx:pt>
          <cx:pt idx="9135">64.885786871824394</cx:pt>
          <cx:pt idx="9136">42.862464753898522</cx:pt>
          <cx:pt idx="9137">40.796809079694732</cx:pt>
          <cx:pt idx="9138">70.792817673423073</cx:pt>
          <cx:pt idx="9139">47.6619338654016</cx:pt>
          <cx:pt idx="9140">46.950756641841366</cx:pt>
          <cx:pt idx="9141">62.696628557636302</cx:pt>
          <cx:pt idx="9142">44.192992576896891</cx:pt>
          <cx:pt idx="9143">65.831412572899268</cx:pt>
          <cx:pt idx="9144">29.863864772202771</cx:pt>
          <cx:pt idx="9145">54.495553579813773</cx:pt>
          <cx:pt idx="9146">53.976811813399046</cx:pt>
          <cx:pt idx="9147">48.29299168393284</cx:pt>
          <cx:pt idx="9148">61.052445183495571</cx:pt>
          <cx:pt idx="9149">32.35967958304078</cx:pt>
          <cx:pt idx="9150">71.418219310385183</cx:pt>
          <cx:pt idx="9151">45.787102933976314</cx:pt>
          <cx:pt idx="9152">57.507662466199392</cx:pt>
          <cx:pt idx="9153">52.244608255214388</cx:pt>
          <cx:pt idx="9154">50.787417339968265</cx:pt>
          <cx:pt idx="9155">40.959201981836159</cx:pt>
          <cx:pt idx="9156">53.179353261103955</cx:pt>
          <cx:pt idx="9157">37.091716844490492</cx:pt>
          <cx:pt idx="9158">58.152116927127963</cx:pt>
          <cx:pt idx="9159">47.8376957314671</cx:pt>
          <cx:pt idx="9160">38.311696155829452</cx:pt>
          <cx:pt idx="9161">24.960134677383436</cx:pt>
          <cx:pt idx="9162">62.577257761999718</cx:pt>
          <cx:pt idx="9163">51.609090916819284</cx:pt>
          <cx:pt idx="9164">50.906319980920202</cx:pt>
          <cx:pt idx="9165">51.888116216307964</cx:pt>
          <cx:pt idx="9166">47.385701131936621</cx:pt>
          <cx:pt idx="9167">51.547293671932316</cx:pt>
          <cx:pt idx="9168">50.269407709212992</cx:pt>
          <cx:pt idx="9169">49.642250820782785</cx:pt>
          <cx:pt idx="9170">37.500407281145478</cx:pt>
          <cx:pt idx="9171">39.329107621925587</cx:pt>
          <cx:pt idx="9172">59.526170199953278</cx:pt>
          <cx:pt idx="9173">40.494338967750863</cx:pt>
          <cx:pt idx="9174">59.021068405433788</cx:pt>
          <cx:pt idx="9175">48.093819209089361</cx:pt>
          <cx:pt idx="9176">44.339655811275016</cx:pt>
          <cx:pt idx="9177">51.211499743783655</cx:pt>
          <cx:pt idx="9178">52.115112862806207</cx:pt>
          <cx:pt idx="9179">54.59784317711425</cx:pt>
          <cx:pt idx="9180">49.359655271635809</cx:pt>
          <cx:pt idx="9181">23.687195481568864</cx:pt>
          <cx:pt idx="9182">56.971922069719213</cx:pt>
          <cx:pt idx="9183">52.431063628476821</cx:pt>
          <cx:pt idx="9184">46.40900273693844</cx:pt>
          <cx:pt idx="9185">38.205576017758474</cx:pt>
          <cx:pt idx="9186">75.857937800503066</cx:pt>
          <cx:pt idx="9187">51.809964998967871</cx:pt>
          <cx:pt idx="9188">54.537181738238353</cx:pt>
          <cx:pt idx="9189">52.412333673881719</cx:pt>
          <cx:pt idx="9190">49.186449151430644</cx:pt>
          <cx:pt idx="9191">51.026326791717295</cx:pt>
          <cx:pt idx="9192">50.103544749272274</cx:pt>
          <cx:pt idx="9193">55.014179849669318</cx:pt>
          <cx:pt idx="9194">37.04744392151153</cx:pt>
          <cx:pt idx="9195">39.173160638219947</cx:pt>
          <cx:pt idx="9196">50.35574902023945</cx:pt>
          <cx:pt idx="9197">66.521212126807953</cx:pt>
          <cx:pt idx="9198">54.743936566567214</cx:pt>
          <cx:pt idx="9199">73.240724700213946</cx:pt>
          <cx:pt idx="9200">60.192565110193158</cx:pt>
          <cx:pt idx="9201">77.206979790152019</cx:pt>
          <cx:pt idx="9202">48.379417760389416</cx:pt>
          <cx:pt idx="9203">58.221507305455532</cx:pt>
          <cx:pt idx="9204">46.396244698969518</cx:pt>
          <cx:pt idx="9205">42.182235788755484</cx:pt>
          <cx:pt idx="9206">54.099474961871003</cx:pt>
          <cx:pt idx="9207">53.013481447773977</cx:pt>
          <cx:pt idx="9208">39.920105888238865</cx:pt>
          <cx:pt idx="9209">40.888155787957444</cx:pt>
          <cx:pt idx="9210">44.375009165391418</cx:pt>
          <cx:pt idx="9211">31.97152521469356</cx:pt>
          <cx:pt idx="9212">39.034239659529376</cx:pt>
          <cx:pt idx="9213">54.723256255858402</cx:pt>
          <cx:pt idx="9214">53.574306629360152</cx:pt>
          <cx:pt idx="9215">60.586582791621836</cx:pt>
          <cx:pt idx="9216">29.71692456265226</cx:pt>
          <cx:pt idx="9217">57.066638159819689</cx:pt>
          <cx:pt idx="9218">53.421278345768222</cx:pt>
          <cx:pt idx="9219">55.099951514178066</cx:pt>
          <cx:pt idx="9220">38.870029643781564</cx:pt>
          <cx:pt idx="9221">51.052442690351597</cx:pt>
          <cx:pt idx="9222">49.397068542701192</cx:pt>
          <cx:pt idx="9223">45.714505021480591</cx:pt>
          <cx:pt idx="9224">45.03959732620519</cx:pt>
          <cx:pt idx="9225">43.0642584963608</cx:pt>
          <cx:pt idx="9226">66.198023485005393</cx:pt>
          <cx:pt idx="9227">51.122686128804567</cx:pt>
          <cx:pt idx="9228">33.413335228661239</cx:pt>
          <cx:pt idx="9229">47.543952455632002</cx:pt>
          <cx:pt idx="9230">55.551675599984407</cx:pt>
          <cx:pt idx="9231">35.361491774222671</cx:pt>
          <cx:pt idx="9232">41.996004826666578</cx:pt>
          <cx:pt idx="9233">36.03525263984114</cx:pt>
          <cx:pt idx="9234">67.667975939219247</cx:pt>
          <cx:pt idx="9235">42.219476869365984</cx:pt>
          <cx:pt idx="9236">54.293708152844879</cx:pt>
          <cx:pt idx="9237">58.075641384752608</cx:pt>
          <cx:pt idx="9238">47.517957728009812</cx:pt>
          <cx:pt idx="9239">42.976488976916798</cx:pt>
          <cx:pt idx="9240">39.272830747561166</cx:pt>
          <cx:pt idx="9241">46.500628072737918</cx:pt>
          <cx:pt idx="9242">43.02021674806371</cx:pt>
          <cx:pt idx="9243">62.242787939388535</cx:pt>
          <cx:pt idx="9244">47.418457448093875</cx:pt>
          <cx:pt idx="9245">56.969172258032017</cx:pt>
          <cx:pt idx="9246">53.992158119456008</cx:pt>
          <cx:pt idx="9247">46.949526176051279</cx:pt>
          <cx:pt idx="9248">52.100110291014232</cx:pt>
          <cx:pt idx="9249">40.363343597088303</cx:pt>
          <cx:pt idx="9250">60.581549066877251</cx:pt>
          <cx:pt idx="9251">63.587972599430373</cx:pt>
          <cx:pt idx="9252">67.09188410772299</cx:pt>
          <cx:pt idx="9253">34.343200116400773</cx:pt>
          <cx:pt idx="9254">32.932662827042662</cx:pt>
          <cx:pt idx="9255">35.834503203618247</cx:pt>
          <cx:pt idx="9256">44.317575254508945</cx:pt>
          <cx:pt idx="9257">41.988767459367352</cx:pt>
          <cx:pt idx="9258">44.840051601449964</cx:pt>
          <cx:pt idx="9259">39.328162055843528</cx:pt>
          <cx:pt idx="9260">56.457461447805358</cx:pt>
          <cx:pt idx="9261">53.399932834082065</cx:pt>
          <cx:pt idx="9262">53.829007445067852</cx:pt>
          <cx:pt idx="9263">50.895450708289523</cx:pt>
          <cx:pt idx="9264">52.913455256707437</cx:pt>
          <cx:pt idx="9265">56.236562311413664</cx:pt>
          <cx:pt idx="9266">68.682152920941263</cx:pt>
          <cx:pt idx="9267">40.210775821067593</cx:pt>
          <cx:pt idx="9268">50.72986953996346</cx:pt>
          <cx:pt idx="9269">49.174742400287627</cx:pt>
          <cx:pt idx="9270">29.903150335914287</cx:pt>
          <cx:pt idx="9271">56.205516630018941</cx:pt>
          <cx:pt idx="9272">44.073683841775853</cx:pt>
          <cx:pt idx="9273">60.143137444350742</cx:pt>
          <cx:pt idx="9274">53.993121861277494</cx:pt>
          <cx:pt idx="9275">53.642482531927435</cx:pt>
          <cx:pt idx="9276">54.426223032720443</cx:pt>
          <cx:pt idx="9277">38.139164758322067</cx:pt>
          <cx:pt idx="9278">43.92367633734284</cx:pt>
          <cx:pt idx="9279">51.148965166388926</cx:pt>
          <cx:pt idx="9280">69.970770141120852</cx:pt>
          <cx:pt idx="9281">57.604021073973769</cx:pt>
          <cx:pt idx="9282">58.648697763919024</cx:pt>
          <cx:pt idx="9283">56.016666218095864</cx:pt>
          <cx:pt idx="9284">56.652196520660596</cx:pt>
          <cx:pt idx="9285">67.080671765934042</cx:pt>
          <cx:pt idx="9286">39.067932018885109</cx:pt>
          <cx:pt idx="9287">50.008586874665333</cx:pt>
          <cx:pt idx="9288">42.468026027629591</cx:pt>
          <cx:pt idx="9289">40.437053399811937</cx:pt>
          <cx:pt idx="9290">51.179708245817039</cx:pt>
          <cx:pt idx="9291">48.632091968737413</cx:pt>
          <cx:pt idx="9292">52.906700707807133</cx:pt>
          <cx:pt idx="9293">47.734812292889984</cx:pt>
          <cx:pt idx="9294">54.979882242975791</cx:pt>
          <cx:pt idx="9295">47.431762497988856</cx:pt>
          <cx:pt idx="9296">57.536720073840563</cx:pt>
          <cx:pt idx="9297">39.466104373640817</cx:pt>
          <cx:pt idx="9298">48.252180730031164</cx:pt>
          <cx:pt idx="9299">48.689883463297825</cx:pt>
          <cx:pt idx="9300">40.11646154077215</cx:pt>
          <cx:pt idx="9301">41.630434953469482</cx:pt>
          <cx:pt idx="9302">45.503661046983481</cx:pt>
          <cx:pt idx="9303">50.824756813457753</cx:pt>
          <cx:pt idx="9304">36.095642349772532</cx:pt>
          <cx:pt idx="9305">60.271578358527378</cx:pt>
          <cx:pt idx="9306">68.408852801622459</cx:pt>
          <cx:pt idx="9307">67.20935432443099</cx:pt>
          <cx:pt idx="9308">40.681659761043235</cx:pt>
          <cx:pt idx="9309">52.06914048065218</cx:pt>
          <cx:pt idx="9310">46.723697871464886</cx:pt>
          <cx:pt idx="9311">53.514042123168473</cx:pt>
          <cx:pt idx="9312">38.962217431727218</cx:pt>
          <cx:pt idx="9313">55.095190049143739</cx:pt>
          <cx:pt idx="9314">52.245862941483132</cx:pt>
          <cx:pt idx="9315">44.445000714636109</cx:pt>
          <cx:pt idx="9316">50.693266994240453</cx:pt>
          <cx:pt idx="9317">54.147864229905963</cx:pt>
          <cx:pt idx="9318">40.967006758163848</cx:pt>
          <cx:pt idx="9319">49.454906676492627</cx:pt>
          <cx:pt idx="9320">55.412287812151149</cx:pt>
          <cx:pt idx="9321">56.40536672181328</cx:pt>
          <cx:pt idx="9322">50.949412694401758</cx:pt>
          <cx:pt idx="9323">48.61109851116656</cx:pt>
          <cx:pt idx="9324">37.166899810963642</cx:pt>
          <cx:pt idx="9325">50.236919189805008</cx:pt>
          <cx:pt idx="9326">64.073219630418549</cx:pt>
          <cx:pt idx="9327">50.625616217925824</cx:pt>
          <cx:pt idx="9328">56.068385362451693</cx:pt>
          <cx:pt idx="9329">39.019088615393585</cx:pt>
          <cx:pt idx="9330">53.220804879586773</cx:pt>
          <cx:pt idx="9331">43.279928528591654</cx:pt>
          <cx:pt idx="9332">59.483304450549213</cx:pt>
          <cx:pt idx="9333">50.417250849275327</cx:pt>
          <cx:pt idx="9334">48.126359952713365</cx:pt>
          <cx:pt idx="9335">52.948654684600051</cx:pt>
          <cx:pt idx="9336">56.117036904791632</cx:pt>
          <cx:pt idx="9337">44.352017986415177</cx:pt>
          <cx:pt idx="9338">51.453622802409981</cx:pt>
          <cx:pt idx="9339">50.236312147354148</cx:pt>
          <cx:pt idx="9340">52.353632935350788</cx:pt>
          <cx:pt idx="9341">56.965109034887185</cx:pt>
          <cx:pt idx="9342">60.1354421043957</cx:pt>
          <cx:pt idx="9343">62.591511646149904</cx:pt>
          <cx:pt idx="9344">43.85759701879968</cx:pt>
          <cx:pt idx="9345">40.172760761852075</cx:pt>
          <cx:pt idx="9346">42.742782530009826</cx:pt>
          <cx:pt idx="9347">58.431455192869507</cx:pt>
          <cx:pt idx="9348">43.317129002474246</cx:pt>
          <cx:pt idx="9349">45.912785278898674</cx:pt>
          <cx:pt idx="9350">55.594856409264054</cx:pt>
          <cx:pt idx="9351">63.034579698791951</cx:pt>
          <cx:pt idx="9352">49.62589729760478</cx:pt>
          <cx:pt idx="9353">62.894072036642058</cx:pt>
          <cx:pt idx="9354">51.238525876548415</cx:pt>
          <cx:pt idx="9355">58.701856355689898</cx:pt>
          <cx:pt idx="9356">49.057596889090988</cx:pt>
          <cx:pt idx="9357">45.643170598463414</cx:pt>
          <cx:pt idx="9358">66.443161654370215</cx:pt>
          <cx:pt idx="9359">70.683874863381035</cx:pt>
          <cx:pt idx="9360">32.719111780194226</cx:pt>
          <cx:pt idx="9361">48.649630334360189</cx:pt>
          <cx:pt idx="9362">63.161002697251313</cx:pt>
          <cx:pt idx="9363">45.548738547116763</cx:pt>
          <cx:pt idx="9364">53.940502545290322</cx:pt>
          <cx:pt idx="9365">62.503728905382985</cx:pt>
          <cx:pt idx="9366">62.785266433143178</cx:pt>
          <cx:pt idx="9367">53.949937846661001</cx:pt>
          <cx:pt idx="9368">51.273721956914009</cx:pt>
          <cx:pt idx="9369">52.127616344052335</cx:pt>
          <cx:pt idx="9370">67.200142519973127</cx:pt>
          <cx:pt idx="9371">55.405509685643707</cx:pt>
          <cx:pt idx="9372">63.296902817742428</cx:pt>
          <cx:pt idx="9373">51.515827677657626</cx:pt>
          <cx:pt idx="9374">50.459303008659383</cx:pt>
          <cx:pt idx="9375">36.176981837135116</cx:pt>
          <cx:pt idx="9376">45.813813824768914</cx:pt>
          <cx:pt idx="9377">64.123581039103442</cx:pt>
          <cx:pt idx="9378">41.135221121444701</cx:pt>
          <cx:pt idx="9379">51.469799077680698</cx:pt>
          <cx:pt idx="9380">43.510642495192982</cx:pt>
          <cx:pt idx="9381">48.03625945177707</cx:pt>
          <cx:pt idx="9382">43.237766215188024</cx:pt>
          <cx:pt idx="9383">58.791631911411038</cx:pt>
          <cx:pt idx="9384">35.39738956154217</cx:pt>
          <cx:pt idx="9385">40.300722726548905</cx:pt>
          <cx:pt idx="9386">53.802924849651831</cx:pt>
          <cx:pt idx="9387">56.313765420205662</cx:pt>
          <cx:pt idx="9388">68.181831295723697</cx:pt>
          <cx:pt idx="9389">41.977313685494366</cx:pt>
          <cx:pt idx="9390">36.136284421973713</cx:pt>
          <cx:pt idx="9391">43.969725987913129</cx:pt>
          <cx:pt idx="9392">48.130301040505479</cx:pt>
          <cx:pt idx="9393">28.948305585883741</cx:pt>
          <cx:pt idx="9394">50.712128356542664</cx:pt>
          <cx:pt idx="9395">45.474475235930804</cx:pt>
          <cx:pt idx="9396">56.092676152438024</cx:pt>
          <cx:pt idx="9397">32.354660653195907</cx:pt>
          <cx:pt idx="9398">40.908673778913595</cx:pt>
          <cx:pt idx="9399">39.291730368289826</cx:pt>
          <cx:pt idx="9400">52.76510807631054</cx:pt>
          <cx:pt idx="9401">39.05406047069846</cx:pt>
          <cx:pt idx="9402">41.407863714482289</cx:pt>
          <cx:pt idx="9403">42.66954205061311</cx:pt>
          <cx:pt idx="9404">43.058622120795519</cx:pt>
          <cx:pt idx="9405">61.683596154842242</cx:pt>
          <cx:pt idx="9406">42.894035881513119</cx:pt>
          <cx:pt idx="9407">60.275557325597745</cx:pt>
          <cx:pt idx="9408">32.312012971550644</cx:pt>
          <cx:pt idx="9409">66.022853507819335</cx:pt>
          <cx:pt idx="9410">29.366223810089366</cx:pt>
          <cx:pt idx="9411">37.832675411629928</cx:pt>
          <cx:pt idx="9412">50.343363643266166</cx:pt>
          <cx:pt idx="9413">42.716204176278261</cx:pt>
          <cx:pt idx="9414">57.750099943943141</cx:pt>
          <cx:pt idx="9415">72.907033639404602</cx:pt>
          <cx:pt idx="9416">63.602953319576194</cx:pt>
          <cx:pt idx="9417">63.493444102798982</cx:pt>
          <cx:pt idx="9418">35.005368059040357</cx:pt>
          <cx:pt idx="9419">54.953624909726372</cx:pt>
          <cx:pt idx="9420">54.595471858943526</cx:pt>
          <cx:pt idx="9421">68.766329875434465</cx:pt>
          <cx:pt idx="9422">56.871644530928528</cx:pt>
          <cx:pt idx="9423">50.094107969456424</cx:pt>
          <cx:pt idx="9424">58.369019463713684</cx:pt>
          <cx:pt idx="9425">37.293956386046439</cx:pt>
          <cx:pt idx="9426">43.779219193377649</cx:pt>
          <cx:pt idx="9427">34.304703650411952</cx:pt>
          <cx:pt idx="9428">56.090018505502513</cx:pt>
          <cx:pt idx="9429">35.879148383028337</cx:pt>
          <cx:pt idx="9430">66.770232134956956</cx:pt>
          <cx:pt idx="9431">53.344747368397471</cx:pt>
          <cx:pt idx="9432">61.784859749252874</cx:pt>
          <cx:pt idx="9433">41.628381640960512</cx:pt>
          <cx:pt idx="9434">46.771029615455674</cx:pt>
          <cx:pt idx="9435">26.727680648552273</cx:pt>
          <cx:pt idx="9436">47.034484537847497</cx:pt>
          <cx:pt idx="9437">62.433482909762631</cx:pt>
          <cx:pt idx="9438">37.059255846443179</cx:pt>
          <cx:pt idx="9439">53.697285253150937</cx:pt>
          <cx:pt idx="9440">29.809617995763723</cx:pt>
          <cx:pt idx="9441">70.914529356036851</cx:pt>
          <cx:pt idx="9442">63.260045137870819</cx:pt>
          <cx:pt idx="9443">35.361436837602852</cx:pt>
          <cx:pt idx="9444">44.392599222145776</cx:pt>
          <cx:pt idx="9445">39.642710688729309</cx:pt>
          <cx:pt idx="9446">44.012046078195304</cx:pt>
          <cx:pt idx="9447">46.274651023043482</cx:pt>
          <cx:pt idx="9448">73.47038268440572</cx:pt>
          <cx:pt idx="9449">59.613299045657428</cx:pt>
          <cx:pt idx="9450">58.27730043835161</cx:pt>
          <cx:pt idx="9451">57.034074483959792</cx:pt>
          <cx:pt idx="9452">57.843111570760044</cx:pt>
          <cx:pt idx="9453">36.524923631657074</cx:pt>
          <cx:pt idx="9454">39.744981933937424</cx:pt>
          <cx:pt idx="9455">51.484650204396935</cx:pt>
          <cx:pt idx="9456">46.053493027353305</cx:pt>
          <cx:pt idx="9457">40.742167090954844</cx:pt>
          <cx:pt idx="9458">36.440902228094906</cx:pt>
          <cx:pt idx="9459">54.665159742898538</cx:pt>
          <cx:pt idx="9460">39.251855122866928</cx:pt>
          <cx:pt idx="9461">46.026795924038638</cx:pt>
          <cx:pt idx="9462">34.844987923275653</cx:pt>
          <cx:pt idx="9463">46.406040077240739</cx:pt>
          <cx:pt idx="9464">52.785016801676072</cx:pt>
          <cx:pt idx="9465">52.08212879724546</cx:pt>
          <cx:pt idx="9466">49.06233707625136</cx:pt>
          <cx:pt idx="9467">41.612180936787439</cx:pt>
          <cx:pt idx="9468">50.826907962832735</cx:pt>
          <cx:pt idx="9469">60.27969395591785</cx:pt>
          <cx:pt idx="9470">34.139293341143933</cx:pt>
          <cx:pt idx="9471">47.58941220657411</cx:pt>
          <cx:pt idx="9472">50.698555144168253</cx:pt>
          <cx:pt idx="9473">42.938633909593761</cx:pt>
          <cx:pt idx="9474">65.709592629831619</cx:pt>
          <cx:pt idx="9475">46.670066802057491</cx:pt>
          <cx:pt idx="9476">49.346954209360639</cx:pt>
          <cx:pt idx="9477">63.867577271583798</cx:pt>
          <cx:pt idx="9478">65.86014037108788</cx:pt>
          <cx:pt idx="9479">50.682299989511165</cx:pt>
          <cx:pt idx="9480">44.512903039121618</cx:pt>
          <cx:pt idx="9481">65.622477500799548</cx:pt>
          <cx:pt idx="9482">33.19071697828273</cx:pt>
          <cx:pt idx="9483">49.409917806187046</cx:pt>
          <cx:pt idx="9484">49.204482162330649</cx:pt>
          <cx:pt idx="9485">55.790824468989257</cx:pt>
          <cx:pt idx="9486">52.382558722156396</cx:pt>
          <cx:pt idx="9487">72.859851265412303</cx:pt>
          <cx:pt idx="9488">51.052863788522551</cx:pt>
          <cx:pt idx="9489">40.596124353044004</cx:pt>
          <cx:pt idx="9490">32.21693912168179</cx:pt>
          <cx:pt idx="9491">45.638321314147042</cx:pt>
          <cx:pt idx="9492">50.886895703643141</cx:pt>
          <cx:pt idx="9493">47.583564194296805</cx:pt>
          <cx:pt idx="9494">34.373236230149878</cx:pt>
          <cx:pt idx="9495">57.898580866332836</cx:pt>
          <cx:pt idx="9496">57.649849312607785</cx:pt>
          <cx:pt idx="9497">28.263499730000802</cx:pt>
          <cx:pt idx="9498">57.773041644482745</cx:pt>
          <cx:pt idx="9499">69.448741469573179</cx:pt>
          <cx:pt idx="9500">54.715705493860092</cx:pt>
          <cx:pt idx="9501">59.792752289075551</cx:pt>
          <cx:pt idx="9502">42.365863718738325</cx:pt>
          <cx:pt idx="9503">41.244922099877463</cx:pt>
          <cx:pt idx="9504">37.024101439181443</cx:pt>
          <cx:pt idx="9505">41.560312539153685</cx:pt>
          <cx:pt idx="9506">58.225854635046844</cx:pt>
          <cx:pt idx="9507">31.942375201567884</cx:pt>
          <cx:pt idx="9508">48.262429071813884</cx:pt>
          <cx:pt idx="9509">47.88135275745384</cx:pt>
          <cx:pt idx="9510">43.989335342023551</cx:pt>
          <cx:pt idx="9511">48.127724274579492</cx:pt>
          <cx:pt idx="9512">19.539511091650219</cx:pt>
          <cx:pt idx="9513">49.112810718663319</cx:pt>
          <cx:pt idx="9514">32.28762334169965</cx:pt>
          <cx:pt idx="9515">44.954642966027976</cx:pt>
          <cx:pt idx="9516">52.528736323705381</cx:pt>
          <cx:pt idx="9517">43.121492478412122</cx:pt>
          <cx:pt idx="9518">43.681398052811552</cx:pt>
          <cx:pt idx="9519">33.811547719778133</cx:pt>
          <cx:pt idx="9520">76.287270869038551</cx:pt>
          <cx:pt idx="9521">59.869591805392716</cx:pt>
          <cx:pt idx="9522">68.453766731147624</cx:pt>
          <cx:pt idx="9523">42.882724956554561</cx:pt>
          <cx:pt idx="9524">41.202996723065844</cx:pt>
          <cx:pt idx="9525">54.784573848981168</cx:pt>
          <cx:pt idx="9526">60.162691822798635</cx:pt>
          <cx:pt idx="9527">49.522948284627454</cx:pt>
          <cx:pt idx="9528">39.759362395158035</cx:pt>
          <cx:pt idx="9529">49.034048349711952</cx:pt>
          <cx:pt idx="9530">56.473381123234212</cx:pt>
          <cx:pt idx="9531">45.7371628527385</cx:pt>
          <cx:pt idx="9532">59.280749539024129</cx:pt>
          <cx:pt idx="9533">56.254640263844408</cx:pt>
          <cx:pt idx="9534">44.033712039883355</cx:pt>
          <cx:pt idx="9535">35.977254070653757</cx:pt>
          <cx:pt idx="9536">38.183321427280397</cx:pt>
          <cx:pt idx="9537">47.216510751277788</cx:pt>
          <cx:pt idx="9538">28.521112274876145</cx:pt>
          <cx:pt idx="9539">46.07659862283689</cx:pt>
          <cx:pt idx="9540">54.333904052609597</cx:pt>
          <cx:pt idx="9541">55.228267223207197</cx:pt>
          <cx:pt idx="9542">40.513503314520449</cx:pt>
          <cx:pt idx="9543">41.75775694033598</cx:pt>
          <cx:pt idx="9544">58.496821077950635</cx:pt>
          <cx:pt idx="9545">61.278109763421334</cx:pt>
          <cx:pt idx="9546">56.296420924571237</cx:pt>
          <cx:pt idx="9547">65.689187145550022</cx:pt>
          <cx:pt idx="9548">42.246527886707753</cx:pt>
          <cx:pt idx="9549">41.565156115498667</cx:pt>
          <cx:pt idx="9550">37.505722764208826</cx:pt>
          <cx:pt idx="9551">35.134915912644779</cx:pt>
          <cx:pt idx="9552">44.546912122811143</cx:pt>
          <cx:pt idx="9553">54.456037602225962</cx:pt>
          <cx:pt idx="9554">57.47423046909698</cx:pt>
          <cx:pt idx="9555">38.499968568323439</cx:pt>
          <cx:pt idx="9556">58.742026542675866</cx:pt>
          <cx:pt idx="9557">56.836102560643212</cx:pt>
          <cx:pt idx="9558">53.020127204928727</cx:pt>
          <cx:pt idx="9559">60.294631338290387</cx:pt>
          <cx:pt idx="9560">42.093790447474817</cx:pt>
          <cx:pt idx="9561">54.679664971271528</cx:pt>
          <cx:pt idx="9562">48.964482266268668</cx:pt>
          <cx:pt idx="9563">50.228022655547917</cx:pt>
          <cx:pt idx="9564">67.627726378801981</cx:pt>
          <cx:pt idx="9565">33.873202265540641</cx:pt>
          <cx:pt idx="9566">64.008834849565488</cx:pt>
          <cx:pt idx="9567">50.81634849900103</cx:pt>
          <cx:pt idx="9568">52.866737384032568</cx:pt>
          <cx:pt idx="9569">58.114292867964949</cx:pt>
          <cx:pt idx="9570">57.284408958731831</cx:pt>
          <cx:pt idx="9571">47.591657666655941</cx:pt>
          <cx:pt idx="9572">51.966643599152192</cx:pt>
          <cx:pt idx="9573">46.601835954662548</cx:pt>
          <cx:pt idx="9574">44.40106994798245</cx:pt>
          <cx:pt idx="9575">49.837836982116379</cx:pt>
          <cx:pt idx="9576">35.320516024148255</cx:pt>
          <cx:pt idx="9577">48.929268585165318</cx:pt>
          <cx:pt idx="9578">49.36933673270979</cx:pt>
          <cx:pt idx="9579">40.704297344501612</cx:pt>
          <cx:pt idx="9580">33.64066599477902</cx:pt>
          <cx:pt idx="9581">60.064681657130691</cx:pt>
          <cx:pt idx="9582">45.790278123208765</cx:pt>
          <cx:pt idx="9583">57.115933059548368</cx:pt>
          <cx:pt idx="9584">53.190687911438822</cx:pt>
          <cx:pt idx="9585">45.351491093447599</cx:pt>
          <cx:pt idx="9586">49.116431777067433</cx:pt>
          <cx:pt idx="9587">40.857027233113811</cx:pt>
          <cx:pt idx="9588">42.659705919757691</cx:pt>
          <cx:pt idx="9589">44.85978161719693</cx:pt>
          <cx:pt idx="9590">39.881738859643576</cx:pt>
          <cx:pt idx="9591">52.706673717759024</cx:pt>
          <cx:pt idx="9592">42.547657625064616</cx:pt>
          <cx:pt idx="9593">44.263103170388121</cx:pt>
          <cx:pt idx="9594">62.316282396283135</cx:pt>
          <cx:pt idx="9595">47.749150649505509</cx:pt>
          <cx:pt idx="9596">38.098979196725921</cx:pt>
          <cx:pt idx="9597">49.503339403024675</cx:pt>
          <cx:pt idx="9598">44.965426219293036</cx:pt>
          <cx:pt idx="9599">46.547953968275699</cx:pt>
          <cx:pt idx="9600">60.347582264304599</cx:pt>
          <cx:pt idx="9601">37.037939338743399</cx:pt>
          <cx:pt idx="9602">33.328401457368187</cx:pt>
          <cx:pt idx="9603">44.325855788613488</cx:pt>
          <cx:pt idx="9604">45.338705881826463</cx:pt>
          <cx:pt idx="9605">35.081394356019288</cx:pt>
          <cx:pt idx="9606">50.959166420138907</cx:pt>
          <cx:pt idx="9607">42.27010800142363</cx:pt>
          <cx:pt idx="9608">45.646079607968581</cx:pt>
          <cx:pt idx="9609">59.10908278157676</cx:pt>
          <cx:pt idx="9610">51.95850197907248</cx:pt>
          <cx:pt idx="9611">40.660373606103697</cx:pt>
          <cx:pt idx="9612">51.376488203341282</cx:pt>
          <cx:pt idx="9613">41.404277203050448</cx:pt>
          <cx:pt idx="9614">43.611373693317795</cx:pt>
          <cx:pt idx="9615">50.475548094613643</cx:pt>
          <cx:pt idx="9616">31.677302377316021</cx:pt>
          <cx:pt idx="9617">44.522024420524531</cx:pt>
          <cx:pt idx="9618">50.205578023651853</cx:pt>
          <cx:pt idx="9619">47.120403605776659</cx:pt>
          <cx:pt idx="9620">53.156864288170453</cx:pt>
          <cx:pt idx="9621">40.394276305304871</cx:pt>
          <cx:pt idx="9622">50.055734418192031</cx:pt>
          <cx:pt idx="9623">35.673799634045295</cx:pt>
          <cx:pt idx="9624">44.008904922737202</cx:pt>
          <cx:pt idx="9625">40.009670377173656</cx:pt>
          <cx:pt idx="9626">66.82463683698694</cx:pt>
          <cx:pt idx="9627">38.447888453154441</cx:pt>
          <cx:pt idx="9628">41.885813563944289</cx:pt>
          <cx:pt idx="9629">60.14811777358846</cx:pt>
          <cx:pt idx="9630">62.282707733158936</cx:pt>
          <cx:pt idx="9631">32.813934901814235</cx:pt>
          <cx:pt idx="9632">56.743295996360786</cx:pt>
          <cx:pt idx="9633">42.478268133042825</cx:pt>
          <cx:pt idx="9634">73.814583306034308</cx:pt>
          <cx:pt idx="9635">53.746838133018997</cx:pt>
          <cx:pt idx="9636">56.029467456526824</cx:pt>
          <cx:pt idx="9637">52.701396254206585</cx:pt>
          <cx:pt idx="9638">55.275383840159179</cx:pt>
          <cx:pt idx="9639">65.331586866989767</cx:pt>
          <cx:pt idx="9640">42.411740698270094</cx:pt>
          <cx:pt idx="9641">56.086658426065192</cx:pt>
          <cx:pt idx="9642">41.082046620229292</cx:pt>
          <cx:pt idx="9643">51.414073851620806</cx:pt>
          <cx:pt idx="9644">65.675177459428994</cx:pt>
          <cx:pt idx="9645">70.931190085221758</cx:pt>
          <cx:pt idx="9646">55.917980522288843</cx:pt>
          <cx:pt idx="9647">61.393971787910964</cx:pt>
          <cx:pt idx="9648">46.581445727376249</cx:pt>
          <cx:pt idx="9649">49.581432920361038</cx:pt>
          <cx:pt idx="9650">45.785580443629904</cx:pt>
          <cx:pt idx="9651">44.412286516449733</cx:pt>
          <cx:pt idx="9652">47.234528845765041</cx:pt>
          <cx:pt idx="9653">48.305685958266807</cx:pt>
          <cx:pt idx="9654">56.161966835962481</cx:pt>
          <cx:pt idx="9655">31.136874630203305</cx:pt>
          <cx:pt idx="9656">64.342955676436475</cx:pt>
          <cx:pt idx="9657">56.94404471620706</cx:pt>
          <cx:pt idx="9658">47.201844731718431</cx:pt>
          <cx:pt idx="9659">50.017047214076065</cx:pt>
          <cx:pt idx="9660">44.369027833546767</cx:pt>
          <cx:pt idx="9661">61.799344499616453</cx:pt>
          <cx:pt idx="9662">42.896201986380241</cx:pt>
          <cx:pt idx="9663">48.848920711071315</cx:pt>
          <cx:pt idx="9664">57.981033242223106</cx:pt>
          <cx:pt idx="9665">35.495675014340449</cx:pt>
          <cx:pt idx="9666">37.812908271479323</cx:pt>
          <cx:pt idx="9667">50.46418768909006</cx:pt>
          <cx:pt idx="9668">46.547608875352189</cx:pt>
          <cx:pt idx="9669">29.726608598131456</cx:pt>
          <cx:pt idx="9670">39.744453124123751</cx:pt>
          <cx:pt idx="9671">56.542415873954816</cx:pt>
          <cx:pt idx="9672">42.946712292544312</cx:pt>
          <cx:pt idx="9673">48.31227252219005</cx:pt>
          <cx:pt idx="9674">45.537217103787512</cx:pt>
          <cx:pt idx="9675">53.894970484945851</cx:pt>
          <cx:pt idx="9676">71.676070363000605</cx:pt>
          <cx:pt idx="9677">61.405570227547557</cx:pt>
          <cx:pt idx="9678">50.757289710559391</cx:pt>
          <cx:pt idx="9679">60.108173132405007</cx:pt>
          <cx:pt idx="9680">48.095383186002763</cx:pt>
          <cx:pt idx="9681">48.709970396821731</cx:pt>
          <cx:pt idx="9682">68.803284572167883</cx:pt>
          <cx:pt idx="9683">53.144143310413774</cx:pt>
          <cx:pt idx="9684">54.414288704990199</cx:pt>
          <cx:pt idx="9685">60.412040166531852</cx:pt>
          <cx:pt idx="9686">48.02451954964944</cx:pt>
          <cx:pt idx="9687">41.950986556394753</cx:pt>
          <cx:pt idx="9688">60.125872712646611</cx:pt>
          <cx:pt idx="9689">54.850602493446168</cx:pt>
          <cx:pt idx="9690">38.653548064881022</cx:pt>
          <cx:pt idx="9691">62.561346169184205</cx:pt>
          <cx:pt idx="9692">57.494943603285435</cx:pt>
          <cx:pt idx="9693">59.435784783981305</cx:pt>
          <cx:pt idx="9694">40.486403486028806</cx:pt>
          <cx:pt idx="9695">53.893450419441699</cx:pt>
          <cx:pt idx="9696">37.80051337191707</cx:pt>
          <cx:pt idx="9697">72.994655935608762</cx:pt>
          <cx:pt idx="9698">60.89084542365719</cx:pt>
          <cx:pt idx="9699">50.142855113827487</cx:pt>
          <cx:pt idx="9700">35.00115650759475</cx:pt>
          <cx:pt idx="9701">56.794483060706739</cx:pt>
          <cx:pt idx="9702">55.308261213335058</cx:pt>
          <cx:pt idx="9703">40.006236127821765</cx:pt>
          <cx:pt idx="9704">53.647961936482126</cx:pt>
          <cx:pt idx="9705">65.773090166664389</cx:pt>
          <cx:pt idx="9706">49.232394226811856</cx:pt>
          <cx:pt idx="9707">60.49494314806649</cx:pt>
          <cx:pt idx="9708">54.935284944460264</cx:pt>
          <cx:pt idx="9709">45.734307984650258</cx:pt>
          <cx:pt idx="9710">49.387187570836019</cx:pt>
          <cx:pt idx="9711">49.621887035505026</cx:pt>
          <cx:pt idx="9712">57.162401806514097</cx:pt>
          <cx:pt idx="9713">45.672647452207997</cx:pt>
          <cx:pt idx="9714">48.770184897795183</cx:pt>
          <cx:pt idx="9715">44.700537670508787</cx:pt>
          <cx:pt idx="9716">63.024967115930082</cx:pt>
          <cx:pt idx="9717">47.976408471730316</cx:pt>
          <cx:pt idx="9718">62.36468556588207</cx:pt>
          <cx:pt idx="9719">43.582604156001111</cx:pt>
          <cx:pt idx="9720">30.11218981717521</cx:pt>
          <cx:pt idx="9721">52.120261412192711</cx:pt>
          <cx:pt idx="9722">66.650651306556583</cx:pt>
          <cx:pt idx="9723">51.346115680427047</cx:pt>
          <cx:pt idx="9724">52.798168079948368</cx:pt>
          <cx:pt idx="9725">31.065276610856468</cx:pt>
          <cx:pt idx="9726">42.490651688716639</cx:pt>
          <cx:pt idx="9727">43.620950803403368</cx:pt>
          <cx:pt idx="9728">41.223800390250034</cx:pt>
          <cx:pt idx="9729">55.505723533299097</cx:pt>
          <cx:pt idx="9730">61.513863285869817</cx:pt>
          <cx:pt idx="9731">49.725829494719967</cx:pt>
          <cx:pt idx="9732">45.090176748164772</cx:pt>
          <cx:pt idx="9733">51.896238413332433</cx:pt>
          <cx:pt idx="9734">41.694056725928348</cx:pt>
          <cx:pt idx="9735">33.847166398694625</cx:pt>
          <cx:pt idx="9736">53.052380490820859</cx:pt>
          <cx:pt idx="9737">32.082643853569024</cx:pt>
          <cx:pt idx="9738">28.29963646377287</cx:pt>
          <cx:pt idx="9739">59.401511029814543</cx:pt>
          <cx:pt idx="9740">51.161933083248783</cx:pt>
          <cx:pt idx="9741">43.289114196575603</cx:pt>
          <cx:pt idx="9742">36.112109225662415</cx:pt>
          <cx:pt idx="9743">49.094885990196886</cx:pt>
          <cx:pt idx="9744">43.74074753993159</cx:pt>
          <cx:pt idx="9745">52.116996146015737</cx:pt>
          <cx:pt idx="9746">50.498899088801927</cx:pt>
          <cx:pt idx="9747">49.423883856162078</cx:pt>
          <cx:pt idx="9748">34.49596153990062</cx:pt>
          <cx:pt idx="9749">45.335052456369155</cx:pt>
          <cx:pt idx="9750">47.795458572623453</cx:pt>
          <cx:pt idx="9751">66.778568078227892</cx:pt>
          <cx:pt idx="9752">55.462760943765439</cx:pt>
          <cx:pt idx="9753">47.449461524877201</cx:pt>
          <cx:pt idx="9754">42.150185231568059</cx:pt>
          <cx:pt idx="9755">42.795597128139654</cx:pt>
          <cx:pt idx="9756">57.194006295131175</cx:pt>
          <cx:pt idx="9757">37.693025539268831</cx:pt>
          <cx:pt idx="9758">43.47491195582564</cx:pt>
          <cx:pt idx="9759">38.976905643520325</cx:pt>
          <cx:pt idx="9760">46.459209869604152</cx:pt>
          <cx:pt idx="9761">65.527781601681411</cx:pt>
          <cx:pt idx="9762">41.835450790648665</cx:pt>
          <cx:pt idx="9763">51.025448422506607</cx:pt>
          <cx:pt idx="9764">60.276416911599327</cx:pt>
          <cx:pt idx="9765">52.918873938307669</cx:pt>
          <cx:pt idx="9766">36.43768407362348</cx:pt>
          <cx:pt idx="9767">60.73411350550839</cx:pt>
          <cx:pt idx="9768">37.560233589538498</cx:pt>
          <cx:pt idx="9769">42.014690237998821</cx:pt>
          <cx:pt idx="9770">49.544727783448181</cx:pt>
          <cx:pt idx="9771">45.191773654551966</cx:pt>
          <cx:pt idx="9772">46.770191018428619</cx:pt>
          <cx:pt idx="9773">48.708717123297184</cx:pt>
          <cx:pt idx="9774">47.119240143006202</cx:pt>
          <cx:pt idx="9775">54.066168045692272</cx:pt>
          <cx:pt idx="9776">42.764631082416699</cx:pt>
          <cx:pt idx="9777">45.514403163810137</cx:pt>
          <cx:pt idx="9778">39.541096198133417</cx:pt>
          <cx:pt idx="9779">53.057427478483035</cx:pt>
          <cx:pt idx="9780">38.360148844873272</cx:pt>
          <cx:pt idx="9781">45.470000336259403</cx:pt>
          <cx:pt idx="9782">58.957002042546314</cx:pt>
          <cx:pt idx="9783">41.693205759518797</cx:pt>
          <cx:pt idx="9784">56.74371272391847</cx:pt>
          <cx:pt idx="9785">46.646847033763457</cx:pt>
          <cx:pt idx="9786">49.941787987354587</cx:pt>
          <cx:pt idx="9787">43.469583228775193</cx:pt>
          <cx:pt idx="9788">48.100222820021969</cx:pt>
          <cx:pt idx="9789">39.199893765253478</cx:pt>
          <cx:pt idx="9790">55.889746753905385</cx:pt>
          <cx:pt idx="9791">36.144889489689177</cx:pt>
          <cx:pt idx="9792">63.064618780474007</cx:pt>
          <cx:pt idx="9793">45.002835683601994</cx:pt>
          <cx:pt idx="9794">41.50872651688411</cx:pt>
          <cx:pt idx="9795">34.830297230095908</cx:pt>
          <cx:pt idx="9796">59.9248489054199</cx:pt>
          <cx:pt idx="9797">46.976564265906113</cx:pt>
          <cx:pt idx="9798">25.341059084549538</cx:pt>
          <cx:pt idx="9799">31.371126614904391</cx:pt>
          <cx:pt idx="9800">50.545792037157426</cx:pt>
          <cx:pt idx="9801">47.887758739597871</cx:pt>
          <cx:pt idx="9802">63.585181345608248</cx:pt>
          <cx:pt idx="9803">52.100486344883372</cx:pt>
          <cx:pt idx="9804">62.743550415396719</cx:pt>
          <cx:pt idx="9805">45.904321820958828</cx:pt>
          <cx:pt idx="9806">61.608123402126409</cx:pt>
          <cx:pt idx="9807">39.124738715571823</cx:pt>
          <cx:pt idx="9808">50.757139753017519</cx:pt>
          <cx:pt idx="9809">35.820805795922439</cx:pt>
          <cx:pt idx="9810">32.375583973380529</cx:pt>
          <cx:pt idx="9811">45.929852039880778</cx:pt>
          <cx:pt idx="9812">53.566585247288124</cx:pt>
          <cx:pt idx="9813">44.477249471207813</cx:pt>
          <cx:pt idx="9814">55.574259402461273</cx:pt>
          <cx:pt idx="9815">49.167450243411139</cx:pt>
          <cx:pt idx="9816">63.782830250204015</cx:pt>
          <cx:pt idx="9817">46.493746276250747</cx:pt>
          <cx:pt idx="9818">28.250484271400182</cx:pt>
          <cx:pt idx="9819">65.384288944265279</cx:pt>
          <cx:pt idx="9820">41.708305768442258</cx:pt>
          <cx:pt idx="9821">33.395319288176452</cx:pt>
          <cx:pt idx="9822">48.175857622600191</cx:pt>
          <cx:pt idx="9823">52.603654481265089</cx:pt>
          <cx:pt idx="9824">69.084006959777042</cx:pt>
          <cx:pt idx="9825">55.31649656294487</cx:pt>
          <cx:pt idx="9826">40.283353092840827</cx:pt>
          <cx:pt idx="9827">46.536562612074952</cx:pt>
          <cx:pt idx="9828">36.176202513158323</cx:pt>
          <cx:pt idx="9829">40.920564011276809</cx:pt>
          <cx:pt idx="9830">56.136998116507861</cx:pt>
          <cx:pt idx="9831">48.894058276603957</cx:pt>
          <cx:pt idx="9832">47.009811346196074</cx:pt>
          <cx:pt idx="9833">48.60941576891009</cx:pt>
          <cx:pt idx="9834">36.529936733211287</cx:pt>
          <cx:pt idx="9835">52.702541197217087</cx:pt>
          <cx:pt idx="9836">53.578716706562226</cx:pt>
          <cx:pt idx="9837">57.905970599493834</cx:pt>
          <cx:pt idx="9838">41.462026718862333</cx:pt>
          <cx:pt idx="9839">35.651891007948805</cx:pt>
          <cx:pt idx="9840">55.735839867650022</cx:pt>
          <cx:pt idx="9841">51.730821136945849</cx:pt>
          <cx:pt idx="9842">47.243540316241429</cx:pt>
          <cx:pt idx="9843">57.34451228905764</cx:pt>
          <cx:pt idx="9844">48.470583879382502</cx:pt>
          <cx:pt idx="9845">61.92886251593572</cx:pt>
          <cx:pt idx="9846">35.423848077696647</cx:pt>
          <cx:pt idx="9847">49.913755332744309</cx:pt>
          <cx:pt idx="9848">45.239448758230481</cx:pt>
          <cx:pt idx="9849">47.214755701049214</cx:pt>
          <cx:pt idx="9850">41.049113398429427</cx:pt>
          <cx:pt idx="9851">49.637599145634461</cx:pt>
          <cx:pt idx="9852">52.15659739449719</cx:pt>
          <cx:pt idx="9853">33.435806938736491</cx:pt>
          <cx:pt idx="9854">57.417148006576518</cx:pt>
          <cx:pt idx="9855">54.403110940705481</cx:pt>
          <cx:pt idx="9856">39.856936619168962</cx:pt>
          <cx:pt idx="9857">42.021664197851521</cx:pt>
          <cx:pt idx="9858">52.185078582579351</cx:pt>
          <cx:pt idx="9859">27.13717434537908</cx:pt>
          <cx:pt idx="9860">48.606668338902217</cx:pt>
          <cx:pt idx="9861">51.247998249793689</cx:pt>
          <cx:pt idx="9862">67.295746544132243</cx:pt>
          <cx:pt idx="9863">59.363163873085675</cx:pt>
          <cx:pt idx="9864">54.786589691555101</cx:pt>
          <cx:pt idx="9865">52.645437879947956</cx:pt>
          <cx:pt idx="9866">24.393046356396859</cx:pt>
          <cx:pt idx="9867">60.587135063489875</cx:pt>
          <cx:pt idx="9868">40.252955341405638</cx:pt>
          <cx:pt idx="9869">38.27562635456048</cx:pt>
          <cx:pt idx="9870">48.25663774197416</cx:pt>
          <cx:pt idx="9871">33.194196666633218</cx:pt>
          <cx:pt idx="9872">68.935729280216776</cx:pt>
          <cx:pt idx="9873">56.925920586385267</cx:pt>
          <cx:pt idx="9874">42.901928309970373</cx:pt>
          <cx:pt idx="9875">45.908408079193606</cx:pt>
          <cx:pt idx="9876">59.693690245575759</cx:pt>
          <cx:pt idx="9877">55.141426759616934</cx:pt>
          <cx:pt idx="9878">52.739442117438259</cx:pt>
          <cx:pt idx="9879">36.73216534285946</cx:pt>
          <cx:pt idx="9880">53.476193813289179</cx:pt>
          <cx:pt idx="9881">38.345383000190935</cx:pt>
          <cx:pt idx="9882">46.833190350657347</cx:pt>
          <cx:pt idx="9883">59.128075831907594</cx:pt>
          <cx:pt idx="9884">43.924651410082312</cx:pt>
          <cx:pt idx="9885">60.902772718651136</cx:pt>
          <cx:pt idx="9886">51.397968174477469</cx:pt>
          <cx:pt idx="9887">58.689596369962658</cx:pt>
          <cx:pt idx="9888">52.027360888114991</cx:pt>
          <cx:pt idx="9889">52.640200583444738</cx:pt>
          <cx:pt idx="9890">68.347072824942785</cx:pt>
          <cx:pt idx="9891">17.571632055895343</cx:pt>
          <cx:pt idx="9892">47.935268322255212</cx:pt>
          <cx:pt idx="9893">45.11507141160601</cx:pt>
          <cx:pt idx="9894">68.329227886673948</cx:pt>
          <cx:pt idx="9895">55.375354039154843</cx:pt>
          <cx:pt idx="9896">51.103126665324744</cx:pt>
          <cx:pt idx="9897">58.938495983678848</cx:pt>
          <cx:pt idx="9898">65.587046613432477</cx:pt>
          <cx:pt idx="9899">45.933828453604619</cx:pt>
          <cx:pt idx="9900">54.234698816402563</cx:pt>
          <cx:pt idx="9901">64.49982737665502</cx:pt>
          <cx:pt idx="9902">27.975822183686088</cx:pt>
          <cx:pt idx="9903">42.885176061566753</cx:pt>
          <cx:pt idx="9904">32.76002315922252</cx:pt>
          <cx:pt idx="9905">55.79917882339889</cx:pt>
          <cx:pt idx="9906">59.772781705191612</cx:pt>
          <cx:pt idx="9907">52.687334173282707</cx:pt>
          <cx:pt idx="9908">48.90839673323903</cx:pt>
          <cx:pt idx="9909">28.215703216319564</cx:pt>
          <cx:pt idx="9910">42.375794847493168</cx:pt>
          <cx:pt idx="9911">51.330511643462458</cx:pt>
          <cx:pt idx="9912">50.524793256098995</cx:pt>
          <cx:pt idx="9913">55.381889105563211</cx:pt>
          <cx:pt idx="9914">55.717490287388024</cx:pt>
          <cx:pt idx="9915">60.354914122999531</cx:pt>
          <cx:pt idx="9916">63.325202779391773</cx:pt>
          <cx:pt idx="9917">59.409296526031717</cx:pt>
          <cx:pt idx="9918">37.60297390750776</cx:pt>
          <cx:pt idx="9919">66.446081011302795</cx:pt>
          <cx:pt idx="9920">59.390894765073348</cx:pt>
          <cx:pt idx="9921">31.438843060294449</cx:pt>
          <cx:pt idx="9922">53.5378891440769</cx:pt>
          <cx:pt idx="9923">45.303124522582024</cx:pt>
          <cx:pt idx="9924">47.44745899454032</cx:pt>
          <cx:pt idx="9925">37.844749474970904</cx:pt>
          <cx:pt idx="9926">61.196033741764431</cx:pt>
          <cx:pt idx="9927">55.1084338495303</cx:pt>
          <cx:pt idx="9928">53.666968294676515</cx:pt>
          <cx:pt idx="9929">44.906924379293542</cx:pt>
          <cx:pt idx="9930">33.658326059269015</cx:pt>
          <cx:pt idx="9931">69.777529097280279</cx:pt>
          <cx:pt idx="9932">42.914525681300539</cx:pt>
          <cx:pt idx="9933">60.554048545639347</cx:pt>
          <cx:pt idx="9934">63.278077847743113</cx:pt>
          <cx:pt idx="9935">22.663105705192606</cx:pt>
          <cx:pt idx="9936">51.798639456820553</cx:pt>
          <cx:pt idx="9937">67.334517095927993</cx:pt>
          <cx:pt idx="9938">48.66600867500761</cx:pt>
          <cx:pt idx="9939">48.591799091670261</cx:pt>
          <cx:pt idx="9940">47.19535689556507</cx:pt>
          <cx:pt idx="9941">50.680654617909468</cx:pt>
          <cx:pt idx="9942">48.978925483680271</cx:pt>
          <cx:pt idx="9943">42.810468097026913</cx:pt>
          <cx:pt idx="9944">48.06787215789759</cx:pt>
          <cx:pt idx="9945">39.229316167902546</cx:pt>
          <cx:pt idx="9946">50.182970768380699</cx:pt>
          <cx:pt idx="9947">56.913113147661392</cx:pt>
          <cx:pt idx="9948">52.660975159823337</cx:pt>
          <cx:pt idx="9949">55.707050378393262</cx:pt>
          <cx:pt idx="9950">29.942169431320455</cx:pt>
          <cx:pt idx="9951">58.939890467164538</cx:pt>
          <cx:pt idx="9952">42.711435433888738</cx:pt>
          <cx:pt idx="9953">33.443986174537358</cx:pt>
          <cx:pt idx="9954">43.860166891211236</cx:pt>
          <cx:pt idx="9955">50.009297307892915</cx:pt>
          <cx:pt idx="9956">15.592651555953481</cx:pt>
          <cx:pt idx="9957">57.533303298702883</cx:pt>
          <cx:pt idx="9958">58.419535569757123</cx:pt>
          <cx:pt idx="9959">61.623544016692591</cx:pt>
          <cx:pt idx="9960">40.68501053365955</cx:pt>
          <cx:pt idx="9961">61.181853914690983</cx:pt>
          <cx:pt idx="9962">51.227190317805082</cx:pt>
          <cx:pt idx="9963">54.717772857102844</cx:pt>
          <cx:pt idx="9964">58.132399130196021</cx:pt>
          <cx:pt idx="9965">47.828943585577761</cx:pt>
          <cx:pt idx="9966">56.563363817239292</cx:pt>
          <cx:pt idx="9967">46.213161384680042</cx:pt>
          <cx:pt idx="9968">35.848065555550541</cx:pt>
          <cx:pt idx="9969">30.165960944699471</cx:pt>
          <cx:pt idx="9970">46.129045736780768</cx:pt>
          <cx:pt idx="9971">61.312272243268424</cx:pt>
          <cx:pt idx="9972">52.169518413247829</cx:pt>
          <cx:pt idx="9973">47.416309033370077</cx:pt>
          <cx:pt idx="9974">39.333633289209359</cx:pt>
          <cx:pt idx="9975">40.854786879305919</cx:pt>
          <cx:pt idx="9976">65.141287915817102</cx:pt>
          <cx:pt idx="9977">41.322036458556639</cx:pt>
          <cx:pt idx="9978">64.726787480860935</cx:pt>
          <cx:pt idx="9979">39.636613877395149</cx:pt>
          <cx:pt idx="9980">70.02294794492407</cx:pt>
          <cx:pt idx="9981">37.060461218913311</cx:pt>
          <cx:pt idx="9982">51.016797785438328</cx:pt>
          <cx:pt idx="9983">55.572432409666114</cx:pt>
          <cx:pt idx="9984">48.233224502883537</cx:pt>
          <cx:pt idx="9985">50.07156220151041</cx:pt>
          <cx:pt idx="9986">59.264337431414901</cx:pt>
          <cx:pt idx="9987">48.531931486345705</cx:pt>
          <cx:pt idx="9988">34.47037249870364</cx:pt>
          <cx:pt idx="9989">53.873337723966117</cx:pt>
          <cx:pt idx="9990">60.666899541695059</cx:pt>
          <cx:pt idx="9991">62.920006528307425</cx:pt>
          <cx:pt idx="9992">51.181204936289596</cx:pt>
          <cx:pt idx="9993">66.072549956953921</cx:pt>
          <cx:pt idx="9994">39.361974737856258</cx:pt>
          <cx:pt idx="9995">43.624189497250448</cx:pt>
          <cx:pt idx="9996">35.760076719815139</cx:pt>
          <cx:pt idx="9997">37.263087450811483</cx:pt>
          <cx:pt idx="9998">41.278818779706882</cx:pt>
          <cx:pt idx="9999">53.856273165378425</cx:pt>
          <cx:pt idx="10000">50.466951010833668</cx:pt>
          <cx:pt idx="10001">50.847845968720868</cx:pt>
          <cx:pt idx="10002">45.585785778838087</cx:pt>
          <cx:pt idx="10003">56.923012596825451</cx:pt>
          <cx:pt idx="10004">51.764758382585853</cx:pt>
          <cx:pt idx="10005">51.246322665426518</cx:pt>
          <cx:pt idx="10006">36.758141674080363</cx:pt>
          <cx:pt idx="10007">54.224957307425775</cx:pt>
          <cx:pt idx="10008">59.027858743082191</cx:pt>
          <cx:pt idx="10009">47.650625967471676</cx:pt>
          <cx:pt idx="10010">29.109710769512883</cx:pt>
          <cx:pt idx="10011">52.782259072946431</cx:pt>
          <cx:pt idx="10012">34.719028377201049</cx:pt>
          <cx:pt idx="10013">43.500185123737872</cx:pt>
          <cx:pt idx="10014">49.174819457626135</cx:pt>
          <cx:pt idx="10015">51.084141266401112</cx:pt>
          <cx:pt idx="10016">42.437306755692887</cx:pt>
          <cx:pt idx="10017">37.197328094914603</cx:pt>
          <cx:pt idx="10018">38.477807156315329</cx:pt>
          <cx:pt idx="10019">49.078429975148453</cx:pt>
          <cx:pt idx="10020">58.093971029474631</cx:pt>
          <cx:pt idx="10021">47.991246737270963</cx:pt>
          <cx:pt idx="10022">45.038297509486249</cx:pt>
          <cx:pt idx="10023">47.806002001174399</cx:pt>
          <cx:pt idx="10024">53.798114184550336</cx:pt>
          <cx:pt idx="10025">48.898815099796323</cx:pt>
          <cx:pt idx="10026">63.66810939125142</cx:pt>
          <cx:pt idx="10027">56.089509953185583</cx:pt>
          <cx:pt idx="10028">46.475100432142355</cx:pt>
          <cx:pt idx="10029">43.432530722432958</cx:pt>
          <cx:pt idx="10030">37.41599386457014</cx:pt>
          <cx:pt idx="10031">55.677132215711076</cx:pt>
          <cx:pt idx="10032">40.172532515683088</cx:pt>
          <cx:pt idx="10033">69.654938833335947</cx:pt>
          <cx:pt idx="10034">59.915526611109357</cx:pt>
          <cx:pt idx="10035">44.993481294075309</cx:pt>
          <cx:pt idx="10036">46.275136510689705</cx:pt>
          <cx:pt idx="10037">43.493070770349682</cx:pt>
          <cx:pt idx="10038">46.15226449073387</cx:pt>
          <cx:pt idx="10039">70.454921431905419</cx:pt>
          <cx:pt idx="10040">49.886353771582321</cx:pt>
          <cx:pt idx="10041">55.504524035603382</cx:pt>
          <cx:pt idx="10042">57.412651681819732</cx:pt>
          <cx:pt idx="10043">49.825552758098247</cx:pt>
          <cx:pt idx="10044">66.980220544618135</cx:pt>
          <cx:pt idx="10045">41.614398338526172</cx:pt>
          <cx:pt idx="10046">45.1601192475365</cx:pt>
          <cx:pt idx="10047">48.139839129008074</cx:pt>
          <cx:pt idx="10048">52.954616616280504</cx:pt>
          <cx:pt idx="10049">51.808366380157956</cx:pt>
          <cx:pt idx="10050">46.964300920800923</cx:pt>
          <cx:pt idx="10051">48.824297314094899</cx:pt>
          <cx:pt idx="10052">60.650829390041821</cx:pt>
          <cx:pt idx="10053">46.723522218092612</cx:pt>
          <cx:pt idx="10054">64.41078016469757</cx:pt>
          <cx:pt idx="10055">49.57108362926467</cx:pt>
          <cx:pt idx="10056">45.844906053689854</cx:pt>
          <cx:pt idx="10057">41.771854616843925</cx:pt>
          <cx:pt idx="10058">44.034226838267415</cx:pt>
          <cx:pt idx="10059">57.667670338797343</cx:pt>
          <cx:pt idx="10060">43.794102817686955</cx:pt>
          <cx:pt idx="10061">31.418613674973312</cx:pt>
          <cx:pt idx="10062">52.073232619412153</cx:pt>
          <cx:pt idx="10063">36.319091347713055</cx:pt>
          <cx:pt idx="10064">48.777389158746061</cx:pt>
          <cx:pt idx="10065">59.820496854924912</cx:pt>
          <cx:pt idx="10066">49.184514121865725</cx:pt>
          <cx:pt idx="10067">67.235525090286757</cx:pt>
          <cx:pt idx="10068">41.639649492022009</cx:pt>
          <cx:pt idx="10069">73.213559942102194</cx:pt>
          <cx:pt idx="10070">59.816067608596455</cx:pt>
          <cx:pt idx="10071">46.34335728537333</cx:pt>
          <cx:pt idx="10072">45.058738429123615</cx:pt>
          <cx:pt idx="10073">33.906153502158645</cx:pt>
          <cx:pt idx="10074">55.734536965206935</cx:pt>
          <cx:pt idx="10075">46.408593335217887</cx:pt>
          <cx:pt idx="10076">54.431833729584497</cx:pt>
          <cx:pt idx="10077">55.032756876134847</cx:pt>
          <cx:pt idx="10078">52.71430085911647</cx:pt>
          <cx:pt idx="10079">47.854513131287142</cx:pt>
          <cx:pt idx="10080">57.309127757447442</cx:pt>
          <cx:pt idx="10081">54.994258391365342</cx:pt>
          <cx:pt idx="10082">41.525744560940751</cx:pt>
          <cx:pt idx="10083">33.115770561288741</cx:pt>
          <cx:pt idx="10084">50.486913525365225</cx:pt>
          <cx:pt idx="10085">48.475311809107296</cx:pt>
          <cx:pt idx="10086">35.067899425291102</cx:pt>
          <cx:pt idx="10087">45.070422769530914</cx:pt>
          <cx:pt idx="10088">34.856214507475059</cx:pt>
          <cx:pt idx="10089">61.300226407400189</cx:pt>
          <cx:pt idx="10090">43.706970864567332</cx:pt>
          <cx:pt idx="10091">59.405703461765043</cx:pt>
          <cx:pt idx="10092">47.762927806645465</cx:pt>
          <cx:pt idx="10093">54.728086327155701</cx:pt>
          <cx:pt idx="10094">59.805877552428029</cx:pt>
          <cx:pt idx="10095">56.168750501869056</cx:pt>
          <cx:pt idx="10096">51.242731374378614</cx:pt>
          <cx:pt idx="10097">59.126890238665517</cx:pt>
          <cx:pt idx="10098">67.542348227325363</cx:pt>
          <cx:pt idx="10099">37.333840205194406</cx:pt>
          <cx:pt idx="10100">40.451315750291656</cx:pt>
          <cx:pt idx="10101">48.953604863969204</cx:pt>
          <cx:pt idx="10102">53.846523174932678</cx:pt>
          <cx:pt idx="10103">38.465290438349456</cx:pt>
          <cx:pt idx="10104">64.738152651665587</cx:pt>
          <cx:pt idx="10105">43.41595743348477</cx:pt>
          <cx:pt idx="10106">47.881066191116645</cx:pt>
          <cx:pt idx="10107">47.924906725396106</cx:pt>
          <cx:pt idx="10108">41.865734956328126</cx:pt>
          <cx:pt idx="10109">53.133721046993813</cx:pt>
          <cx:pt idx="10110">49.979938908957514</cx:pt>
          <cx:pt idx="10111">46.035875363900367</cx:pt>
          <cx:pt idx="10112">53.985388132158505</cx:pt>
          <cx:pt idx="10113">46.349973878138982</cx:pt>
          <cx:pt idx="10114">32.661096747003555</cx:pt>
          <cx:pt idx="10115">46.211622284852268</cx:pt>
          <cx:pt idx="10116">26.592084975856686</cx:pt>
          <cx:pt idx="10117">37.788216958955672</cx:pt>
          <cx:pt idx="10118">36.707147476952215</cx:pt>
          <cx:pt idx="10119">41.994211050798782</cx:pt>
          <cx:pt idx="10120">49.297591476307979</cx:pt>
          <cx:pt idx="10121">42.551306962024782</cx:pt>
          <cx:pt idx="10122">49.633046368644337</cx:pt>
          <cx:pt idx="10123">51.55627118958455</cx:pt>
          <cx:pt idx="10124">56.85830197811142</cx:pt>
          <cx:pt idx="10125">55.187564832784979</cx:pt>
          <cx:pt idx="10126">55.267525338986722</cx:pt>
          <cx:pt idx="10127">46.371233943771117</cx:pt>
          <cx:pt idx="10128">48.785187371277011</cx:pt>
          <cx:pt idx="10129">28.201982033690225</cx:pt>
          <cx:pt idx="10130">50.631133106060346</cx:pt>
          <cx:pt idx="10131">62.745738938898945</cx:pt>
          <cx:pt idx="10132">47.615224000036214</cx:pt>
          <cx:pt idx="10133">49.159725905936767</cx:pt>
          <cx:pt idx="10134">62.262675196543697</cx:pt>
          <cx:pt idx="10135">47.333587497779718</cx:pt>
          <cx:pt idx="10136">67.345884998043474</cx:pt>
          <cx:pt idx="10137">40.24265690197484</cx:pt>
          <cx:pt idx="10138">55.489488410861377</cx:pt>
          <cx:pt idx="10139">59.754317869856017</cx:pt>
          <cx:pt idx="10140">56.205223173583242</cx:pt>
          <cx:pt idx="10141">54.804285223982774</cx:pt>
          <cx:pt idx="10142">54.067575484170881</cx:pt>
          <cx:pt idx="10143">44.022544212542535</cx:pt>
          <cx:pt idx="10144">52.098985943743507</cx:pt>
          <cx:pt idx="10145">54.387998257616879</cx:pt>
          <cx:pt idx="10146">55.946940312127794</cx:pt>
          <cx:pt idx="10147">50.614253271760596</cx:pt>
          <cx:pt idx="10148">43.839162549808329</cx:pt>
          <cx:pt idx="10149">39.113471966869646</cx:pt>
          <cx:pt idx="10150">70.745402125183503</cx:pt>
          <cx:pt idx="10151">60.20757450095703</cx:pt>
          <cx:pt idx="10152">42.86341148584242</cx:pt>
          <cx:pt idx="10153">54.458142300666225</cx:pt>
          <cx:pt idx="10154">56.223036367472332</cx:pt>
          <cx:pt idx="10155">48.601504599490177</cx:pt>
          <cx:pt idx="10156">54.72488327188433</cx:pt>
          <cx:pt idx="10157">36.507150892879622</cx:pt>
          <cx:pt idx="10158">45.630909920004726</cx:pt>
          <cx:pt idx="10159">37.634783687294416</cx:pt>
          <cx:pt idx="10160">44.900492270787332</cx:pt>
          <cx:pt idx="10161">68.174975891693308</cx:pt>
          <cx:pt idx="10162">55.934125516249104</cx:pt>
          <cx:pt idx="10163">46.099548784718344</cx:pt>
          <cx:pt idx="10164">48.388413573083248</cx:pt>
          <cx:pt idx="10165">60.124260234486002</cx:pt>
          <cx:pt idx="10166">43.230209688913391</cx:pt>
          <cx:pt idx="10167">38.044496120650265</cx:pt>
          <cx:pt idx="10168">54.873518034213767</cx:pt>
          <cx:pt idx="10169">45.097885195375468</cx:pt>
          <cx:pt idx="10170">70.313362912581567</cx:pt>
          <cx:pt idx="10171">42.160373964830946</cx:pt>
          <cx:pt idx="10172">40.706169630570045</cx:pt>
          <cx:pt idx="10173">50.868464692096829</cx:pt>
          <cx:pt idx="10174">63.231143376495226</cx:pt>
          <cx:pt idx="10175">55.912537806325616</cx:pt>
          <cx:pt idx="10176">39.471644430108114</cx:pt>
          <cx:pt idx="10177">61.126504294658311</cx:pt>
          <cx:pt idx="10178">67.749701749416403</cx:pt>
          <cx:pt idx="10179">30.251932266339999</cx:pt>
          <cx:pt idx="10180">57.907651352947369</cx:pt>
          <cx:pt idx="10181">57.779408774997421</cx:pt>
          <cx:pt idx="10182">57.304897079566764</cx:pt>
          <cx:pt idx="10183">55.003623340470625</cx:pt>
          <cx:pt idx="10184">42.600315207629571</cx:pt>
          <cx:pt idx="10185">60.621826266595647</cx:pt>
          <cx:pt idx="10186">66.5936736289176</cx:pt>
          <cx:pt idx="10187">37.066636676856355</cx:pt>
          <cx:pt idx="10188">44.601875370743009</cx:pt>
          <cx:pt idx="10189">46.801289959158773</cx:pt>
          <cx:pt idx="10190">54.86072246681492</cx:pt>
          <cx:pt idx="10191">43.533025026228572</cx:pt>
          <cx:pt idx="10192">41.695781456338821</cx:pt>
          <cx:pt idx="10193">51.170541641737564</cx:pt>
          <cx:pt idx="10194">62.464252372200676</cx:pt>
          <cx:pt idx="10195">46.487411284721304</cx:pt>
          <cx:pt idx="10196">39.971148135582006</cx:pt>
          <cx:pt idx="10197">57.44420014624253</cx:pt>
          <cx:pt idx="10198">56.092590847252339</cx:pt>
          <cx:pt idx="10199">60.141942240596826</cx:pt>
          <cx:pt idx="10200">43.426804717452725</cx:pt>
          <cx:pt idx="10201">41.914798396264075</cx:pt>
          <cx:pt idx="10202">47.471915372971651</cx:pt>
          <cx:pt idx="10203">74.238869241716202</cx:pt>
          <cx:pt idx="10204">38.989372623999031</cx:pt>
          <cx:pt idx="10205">39.386178489212185</cx:pt>
          <cx:pt idx="10206">48.142331367042367</cx:pt>
          <cx:pt idx="10207">42.350301340065514</cx:pt>
          <cx:pt idx="10208">29.810425018074479</cx:pt>
          <cx:pt idx="10209">40.217294032667986</cx:pt>
          <cx:pt idx="10210">51.750508787506377</cx:pt>
          <cx:pt idx="10211">47.641991203193847</cx:pt>
          <cx:pt idx="10212">25.853524434714981</cx:pt>
          <cx:pt idx="10213">53.159529449068664</cx:pt>
          <cx:pt idx="10214">42.013058052466008</cx:pt>
          <cx:pt idx="10215">55.717135983405072</cx:pt>
          <cx:pt idx="10216">45.773109594181065</cx:pt>
          <cx:pt idx="10217">60.869526718178093</cx:pt>
          <cx:pt idx="10218">52.645656376430694</cx:pt>
          <cx:pt idx="10219">67.118113864141421</cx:pt>
          <cx:pt idx="10220">56.789517670625308</cx:pt>
          <cx:pt idx="10221">63.516651231125984</cx:pt>
          <cx:pt idx="10222">48.317055463380335</cx:pt>
          <cx:pt idx="10223">57.118085504802266</cx:pt>
          <cx:pt idx="10224">46.389868512854243</cx:pt>
          <cx:pt idx="10225">59.673730056573035</cx:pt>
          <cx:pt idx="10226">48.740513511714113</cx:pt>
          <cx:pt idx="10227">54.632607974583635</cx:pt>
          <cx:pt idx="10228">47.159506451367378</cx:pt>
          <cx:pt idx="10229">47.235745799112891</cx:pt>
          <cx:pt idx="10230">38.930096429352979</cx:pt>
          <cx:pt idx="10231">63.42424401459462</cx:pt>
          <cx:pt idx="10232">52.541685173185066</cx:pt>
          <cx:pt idx="10233">38.440349218558453</cx:pt>
          <cx:pt idx="10234">64.780698116367461</cx:pt>
          <cx:pt idx="10235">41.621733791465985</cx:pt>
          <cx:pt idx="10236">55.638108216435356</cx:pt>
          <cx:pt idx="10237">58.931186802678567</cx:pt>
          <cx:pt idx="10238">48.066334931444416</cx:pt>
          <cx:pt idx="10239">64.87869784036539</cx:pt>
          <cx:pt idx="10240">47.233652558490469</cx:pt>
          <cx:pt idx="10241">51.556673429438426</cx:pt>
          <cx:pt idx="10242">40.232299975220911</cx:pt>
          <cx:pt idx="10243">42.146883332506292</cx:pt>
          <cx:pt idx="10244">58.286337267047138</cx:pt>
          <cx:pt idx="10245">39.502930562885382</cx:pt>
          <cx:pt idx="10246">47.341627933319458</cx:pt>
          <cx:pt idx="10247">51.206861710028527</cx:pt>
          <cx:pt idx="10248">56.714782379111249</cx:pt>
          <cx:pt idx="10249">50.766253140032177</cx:pt>
          <cx:pt idx="10250">54.173067665562783</cx:pt>
          <cx:pt idx="10251">52.184044746260696</cx:pt>
          <cx:pt idx="10252">63.901056267234537</cx:pt>
          <cx:pt idx="10253">67.778041002393238</cx:pt>
          <cx:pt idx="10254">53.083282747571346</cx:pt>
          <cx:pt idx="10255">35.335033740729443</cx:pt>
          <cx:pt idx="10256">31.277318488686138</cx:pt>
          <cx:pt idx="10257">44.151896751280155</cx:pt>
          <cx:pt idx="10258">48.771970676530159</cx:pt>
          <cx:pt idx="10259">57.218885207105131</cx:pt>
          <cx:pt idx="10260">52.178885406436812</cx:pt>
          <cx:pt idx="10261">29.791716791859137</cx:pt>
          <cx:pt idx="10262">43.212919248734295</cx:pt>
          <cx:pt idx="10263">77.942664442598783</cx:pt>
          <cx:pt idx="10264">51.877688080921487</cx:pt>
          <cx:pt idx="10265">43.665964502823805</cx:pt>
          <cx:pt idx="10266">29.361971250482487</cx:pt>
          <cx:pt idx="10267">27.849629030599562</cx:pt>
          <cx:pt idx="10268">46.162045136801318</cx:pt>
          <cx:pt idx="10269">61.383220762310351</cx:pt>
          <cx:pt idx="10270">58.991559951282113</cx:pt>
          <cx:pt idx="10271">57.856375198973225</cx:pt>
          <cx:pt idx="10272">59.221062366545709</cx:pt>
          <cx:pt idx="10273">51.448683456368499</cx:pt>
          <cx:pt idx="10274">38.541505022163733</cx:pt>
          <cx:pt idx="10275">40.110910231750367</cx:pt>
          <cx:pt idx="10276">51.6679742969296</cx:pt>
          <cx:pt idx="10277">46.359413639807038</cx:pt>
          <cx:pt idx="10278">56.123141423747953</cx:pt>
          <cx:pt idx="10279">64.309788317829444</cx:pt>
          <cx:pt idx="10280">54.314380711201096</cx:pt>
          <cx:pt idx="10281">47.356635482344501</cx:pt>
          <cx:pt idx="10282">46.868159393956333</cx:pt>
          <cx:pt idx="10283">42.020309523764077</cx:pt>
          <cx:pt idx="10284">48.897859657132564</cx:pt>
          <cx:pt idx="10285">42.934567275772828</cx:pt>
          <cx:pt idx="10286">47.437773364922627</cx:pt>
          <cx:pt idx="10287">66.520265609878891</cx:pt>
          <cx:pt idx="10288">59.985890480151625</cx:pt>
          <cx:pt idx="10289">52.601775961067403</cx:pt>
          <cx:pt idx="10290">47.301973016276229</cx:pt>
          <cx:pt idx="10291">58.04253695436627</cx:pt>
          <cx:pt idx="10292">61.211811742159213</cx:pt>
          <cx:pt idx="10293">49.16451670929672</cx:pt>
          <cx:pt idx="10294">56.660014738799489</cx:pt>
          <cx:pt idx="10295">47.515180819976479</cx:pt>
          <cx:pt idx="10296">55.509553407782832</cx:pt>
          <cx:pt idx="10297">55.276786655708705</cx:pt>
          <cx:pt idx="10298">45.92388547949745</cx:pt>
          <cx:pt idx="10299">39.249555208486896</cx:pt>
          <cx:pt idx="10300">49.687782541970911</cx:pt>
          <cx:pt idx="10301">57.1295118529533</cx:pt>
          <cx:pt idx="10302">51.183176657510231</cx:pt>
          <cx:pt idx="10303">45.88507869745002</cx:pt>
          <cx:pt idx="10304">51.565525521375186</cx:pt>
          <cx:pt idx="10305">42.256354976647245</cx:pt>
          <cx:pt idx="10306">33.025011762542889</cx:pt>
          <cx:pt idx="10307">66.128507698522014</cx:pt>
          <cx:pt idx="10308">40.075434194772214</cx:pt>
          <cx:pt idx="10309">53.619360335914834</cx:pt>
          <cx:pt idx="10310">40.518943792059595</cx:pt>
          <cx:pt idx="10311">61.117528981021756</cx:pt>
          <cx:pt idx="10312">45.46961136413131</cx:pt>
          <cx:pt idx="10313">54.532508459485378</cx:pt>
          <cx:pt idx="10314">47.839632911622331</cx:pt>
          <cx:pt idx="10315">41.897083641743194</cx:pt>
          <cx:pt idx="10316">51.490658850033434</cx:pt>
          <cx:pt idx="10317">37.714952201590378</cx:pt>
          <cx:pt idx="10318">44.458650367354977</cx:pt>
          <cx:pt idx="10319">42.210977742135896</cx:pt>
          <cx:pt idx="10320">47.549845756044874</cx:pt>
          <cx:pt idx="10321">51.693785163462131</cx:pt>
          <cx:pt idx="10322">56.011000078641494</cx:pt>
          <cx:pt idx="10323">28.679499574972318</cx:pt>
          <cx:pt idx="10324">50.251105785158018</cx:pt>
          <cx:pt idx="10325">36.034501846586274</cx:pt>
          <cx:pt idx="10326">58.663279442923674</cx:pt>
          <cx:pt idx="10327">42.926961296274001</cx:pt>
          <cx:pt idx="10328">58.478580600857129</cx:pt>
          <cx:pt idx="10329">47.882357706568314</cx:pt>
          <cx:pt idx="10330">52.518456812787626</cx:pt>
          <cx:pt idx="10331">39.510637123813915</cx:pt>
          <cx:pt idx="10332">61.430561931162416</cx:pt>
          <cx:pt idx="10333">48.924907577736839</cx:pt>
          <cx:pt idx="10334">53.246489621913909</cx:pt>
          <cx:pt idx="10335">67.890822097365117</cx:pt>
          <cx:pt idx="10336">38.330994009526982</cx:pt>
          <cx:pt idx="10337">53.563356176283015</cx:pt>
          <cx:pt idx="10338">66.066777517171616</cx:pt>
          <cx:pt idx="10339">33.161845802403548</cx:pt>
          <cx:pt idx="10340">48.849771966922461</cx:pt>
          <cx:pt idx="10341">68.179821400760147</cx:pt>
          <cx:pt idx="10342">45.546780416415508</cx:pt>
          <cx:pt idx="10343">53.503991371453012</cx:pt>
          <cx:pt idx="10344">62.658183750301745</cx:pt>
          <cx:pt idx="10345">58.824069847113329</cx:pt>
          <cx:pt idx="10346">50.879077276036327</cx:pt>
          <cx:pt idx="10347">42.836237609156676</cx:pt>
          <cx:pt idx="10348">49.475840236766906</cx:pt>
          <cx:pt idx="10349">48.77238623022869</cx:pt>
          <cx:pt idx="10350">60.388908323798063</cx:pt>
          <cx:pt idx="10351">38.203341708242533</cx:pt>
          <cx:pt idx="10352">44.554079678176407</cx:pt>
          <cx:pt idx="10353">53.724093832056305</cx:pt>
          <cx:pt idx="10354">51.576792260617481</cx:pt>
          <cx:pt idx="10355">39.784837672210344</cx:pt>
          <cx:pt idx="10356">59.125676936196918</cx:pt>
          <cx:pt idx="10357">37.854623463587195</cx:pt>
          <cx:pt idx="10358">52.36284914165298</cx:pt>
          <cx:pt idx="10359">72.766301674641994</cx:pt>
          <cx:pt idx="10360">52.011187720153806</cx:pt>
          <cx:pt idx="10361">42.283217335840959</cx:pt>
          <cx:pt idx="10362">48.480479211906882</cx:pt>
          <cx:pt idx="10363">40.799195890931962</cx:pt>
          <cx:pt idx="10364">46.397377833523471</cx:pt>
          <cx:pt idx="10365">51.482915709903352</cx:pt>
          <cx:pt idx="10366">45.131811945430819</cx:pt>
          <cx:pt idx="10367">53.559926472673794</cx:pt>
          <cx:pt idx="10368">37.778763095017439</cx:pt>
          <cx:pt idx="10369">61.66619811753089</cx:pt>
          <cx:pt idx="10370">40.041210701702596</cx:pt>
          <cx:pt idx="10371">35.299690426338515</cx:pt>
          <cx:pt idx="10372">42.127050387957098</cx:pt>
          <cx:pt idx="10373">58.21314648884627</cx:pt>
          <cx:pt idx="10374">34.868885949577475</cx:pt>
          <cx:pt idx="10375">53.219186850994589</cx:pt>
          <cx:pt idx="10376">48.000426662000677</cx:pt>
          <cx:pt idx="10377">51.117937909116819</cx:pt>
          <cx:pt idx="10378">29.165559440056811</cx:pt>
          <cx:pt idx="10379">59.180635116101065</cx:pt>
          <cx:pt idx="10380">44.801557796423879</cx:pt>
          <cx:pt idx="10381">47.635075039160213</cx:pt>
          <cx:pt idx="10382">38.282267441016728</cx:pt>
          <cx:pt idx="10383">44.397475048220024</cx:pt>
          <cx:pt idx="10384">53.584023235121343</cx:pt>
          <cx:pt idx="10385">33.27530262433816</cx:pt>
          <cx:pt idx="10386">54.768236305682635</cx:pt>
          <cx:pt idx="10387">75.620822835913486</cx:pt>
          <cx:pt idx="10388">22.044780606748233</cx:pt>
          <cx:pt idx="10389">74.428739721031292</cx:pt>
          <cx:pt idx="10390">51.022583274590843</cx:pt>
          <cx:pt idx="10391">37.612635617012089</cx:pt>
          <cx:pt idx="10392">47.914634962041049</cx:pt>
          <cx:pt idx="10393">61.138470246963564</cx:pt>
          <cx:pt idx="10394">59.489045790997771</cx:pt>
          <cx:pt idx="10395">49.862874510236942</cx:pt>
          <cx:pt idx="10396">52.150112419133379</cx:pt>
          <cx:pt idx="10397">40.337211251403112</cx:pt>
          <cx:pt idx="10398">50.313161250354774</cx:pt>
          <cx:pt idx="10399">48.127744418687769</cx:pt>
          <cx:pt idx="10400">61.772102866577214</cx:pt>
          <cx:pt idx="10401">57.844132611472041</cx:pt>
          <cx:pt idx="10402">41.378566463325917</cx:pt>
          <cx:pt idx="10403">46.546012827290369</cx:pt>
          <cx:pt idx="10404">58.253093035881783</cx:pt>
          <cx:pt idx="10405">33.883063143004108</cx:pt>
          <cx:pt idx="10406">52.948304706157359</cx:pt>
          <cx:pt idx="10407">48.814861446540448</cx:pt>
          <cx:pt idx="10408">41.259265216950588</cx:pt>
          <cx:pt idx="10409">44.167117828374245</cx:pt>
          <cx:pt idx="10410">34.577108460463755</cx:pt>
          <cx:pt idx="10411">68.908231274071653</cx:pt>
          <cx:pt idx="10412">54.114389587317874</cx:pt>
          <cx:pt idx="10413">50.369172912161389</cx:pt>
          <cx:pt idx="10414">55.794158847521011</cx:pt>
          <cx:pt idx="10415">42.230370404953511</cx:pt>
          <cx:pt idx="10416">65.485623449471007</cx:pt>
          <cx:pt idx="10417">46.097469602495934</cx:pt>
          <cx:pt idx="10418">40.750885899081503</cx:pt>
          <cx:pt idx="10419">48.369451335566502</cx:pt>
          <cx:pt idx="10420">52.117349205788926</cx:pt>
          <cx:pt idx="10421">46.1583355855457</cx:pt>
          <cx:pt idx="10422">55.099210535595049</cx:pt>
          <cx:pt idx="10423">44.624878531358434</cx:pt>
          <cx:pt idx="10424">41.935231821089104</cx:pt>
          <cx:pt idx="10425">42.865850867557519</cx:pt>
          <cx:pt idx="10426">49.447939049419219</cx:pt>
          <cx:pt idx="10427">24.916540724967181</cx:pt>
          <cx:pt idx="10428">60.069556600528472</cx:pt>
          <cx:pt idx="10429">41.813876286169993</cx:pt>
          <cx:pt idx="10430">35.914659403739073</cx:pt>
          <cx:pt idx="10431">50.875975964309696</cx:pt>
          <cx:pt idx="10432">47.474671158361609</cx:pt>
          <cx:pt idx="10433">62.003665451050807</cx:pt>
          <cx:pt idx="10434">50.844276566198019</cx:pt>
          <cx:pt idx="10435">51.734520080699838</cx:pt>
          <cx:pt idx="10436">70.769739050148829</cx:pt>
          <cx:pt idx="10437">60.334836503711685</cx:pt>
          <cx:pt idx="10438">41.316125636381315</cx:pt>
          <cx:pt idx="10439">36.8654671473804</cx:pt>
          <cx:pt idx="10440">33.830717576503332</cx:pt>
          <cx:pt idx="10441">46.087030919624958</cx:pt>
          <cx:pt idx="10442">48.623030759930479</cx:pt>
          <cx:pt idx="10443">47.922578370612264</cx:pt>
          <cx:pt idx="10444">43.188522577436572</cx:pt>
          <cx:pt idx="10445">50.880031472216416</cx:pt>
          <cx:pt idx="10446">59.390251668188426</cx:pt>
          <cx:pt idx="10447">51.447624732954083</cx:pt>
          <cx:pt idx="10448">44.524696234880487</cx:pt>
          <cx:pt idx="10449">62.735361145880717</cx:pt>
          <cx:pt idx="10450">29.386489591719322</cx:pt>
          <cx:pt idx="10451">39.519405704052346</cx:pt>
          <cx:pt idx="10452">60.875440680454069</cx:pt>
          <cx:pt idx="10453">38.601313947762996</cx:pt>
          <cx:pt idx="10454">61.705830706693334</cx:pt>
          <cx:pt idx="10455">63.692474599205056</cx:pt>
          <cx:pt idx="10456">46.050037274663595</cx:pt>
          <cx:pt idx="10457">51.32046125649115</cx:pt>
          <cx:pt idx="10458">59.985589098229809</cx:pt>
          <cx:pt idx="10459">45.325683939737388</cx:pt>
          <cx:pt idx="10460">39.349709484424949</cx:pt>
          <cx:pt idx="10461">51.634865502844598</cx:pt>
          <cx:pt idx="10462">43.711128233770069</cx:pt>
          <cx:pt idx="10463">49.622614152289742</cx:pt>
          <cx:pt idx="10464">58.363087943636899</cx:pt>
          <cx:pt idx="10465">39.748784034733511</cx:pt>
          <cx:pt idx="10466">51.230344854527971</cx:pt>
          <cx:pt idx="10467">39.263784635432692</cx:pt>
          <cx:pt idx="10468">55.390588074226898</cx:pt>
          <cx:pt idx="10469">37.887343743366245</cx:pt>
          <cx:pt idx="10470">44.675574787977766</cx:pt>
          <cx:pt idx="10471">40.248914934340981</cx:pt>
          <cx:pt idx="10472">45.769746410842039</cx:pt>
          <cx:pt idx="10473">31.923726945035355</cx:pt>
          <cx:pt idx="10474">68.332191150757254</cx:pt>
          <cx:pt idx="10475">55.433390278209004</cx:pt>
          <cx:pt idx="10476">45.319528035562577</cx:pt>
          <cx:pt idx="10477">51.085458232361709</cx:pt>
          <cx:pt idx="10478">47.763620203738846</cx:pt>
          <cx:pt idx="10479">48.117828918238068</cx:pt>
          <cx:pt idx="10480">47.128156589116607</cx:pt>
          <cx:pt idx="10481">57.785197278532387</cx:pt>
          <cx:pt idx="10482">52.672711338316958</cx:pt>
          <cx:pt idx="10483">51.517758275916229</cx:pt>
          <cx:pt idx="10484">57.497527850775612</cx:pt>
          <cx:pt idx="10485">50.436430468106664</cx:pt>
          <cx:pt idx="10486">54.64612812300723</cx:pt>
          <cx:pt idx="10487">31.593402679640789</cx:pt>
          <cx:pt idx="10488">54.19665989222834</cx:pt>
          <cx:pt idx="10489">51.115331866499844</cx:pt>
          <cx:pt idx="10490">61.107026990660472</cx:pt>
          <cx:pt idx="10491">36.051704438074687</cx:pt>
          <cx:pt idx="10492">37.72072021895832</cx:pt>
          <cx:pt idx="10493">38.717886755315511</cx:pt>
          <cx:pt idx="10494">62.698024665120684</cx:pt>
          <cx:pt idx="10495">57.527041946089888</cx:pt>
          <cx:pt idx="10496">49.364308580123271</cx:pt>
          <cx:pt idx="10497">47.70478477002937</cx:pt>
          <cx:pt idx="10498">50.056156424815661</cx:pt>
          <cx:pt idx="10499">53.281996570114948</cx:pt>
          <cx:pt idx="10500">58.773733851003634</cx:pt>
          <cx:pt idx="10501">54.46379351628871</cx:pt>
          <cx:pt idx="10502">52.248267747388446</cx:pt>
          <cx:pt idx="10503">53.449165567306956</cx:pt>
          <cx:pt idx="10504">61.518416357485691</cx:pt>
          <cx:pt idx="10505">49.461513139629439</cx:pt>
          <cx:pt idx="10506">46.229747142039187</cx:pt>
          <cx:pt idx="10507">45.987130969606994</cx:pt>
          <cx:pt idx="10508">52.934488298416099</cx:pt>
          <cx:pt idx="10509">42.837761714177844</cx:pt>
          <cx:pt idx="10510">77.395626136384251</cx:pt>
          <cx:pt idx="10511">45.96262647660005</cx:pt>
          <cx:pt idx="10512">45.144132987864225</cx:pt>
          <cx:pt idx="10513">39.953557859121119</cx:pt>
          <cx:pt idx="10514">61.232152775454303</cx:pt>
          <cx:pt idx="10515">59.730319043923217</cx:pt>
          <cx:pt idx="10516">53.90641829797503</cx:pt>
          <cx:pt idx="10517">59.203397791098027</cx:pt>
          <cx:pt idx="10518">36.192501322600734</cx:pt>
          <cx:pt idx="10519">46.944253098965056</cx:pt>
          <cx:pt idx="10520">56.864356151474269</cx:pt>
          <cx:pt idx="10521">35.591211444407058</cx:pt>
          <cx:pt idx="10522">36.33184427932482</cx:pt>
          <cx:pt idx="10523">56.167923590960726</cx:pt>
          <cx:pt idx="10524">35.09853803794929</cx:pt>
          <cx:pt idx="10525">44.871584303528387</cx:pt>
          <cx:pt idx="10526">55.675146500268582</cx:pt>
          <cx:pt idx="10527">54.328474000385604</cx:pt>
          <cx:pt idx="10528">49.09678145703721</cx:pt>
          <cx:pt idx="10529">48.686785063597</cx:pt>
          <cx:pt idx="10530">46.815166635960651</cx:pt>
          <cx:pt idx="10531">45.68573926107991</cx:pt>
          <cx:pt idx="10532">60.26206381796365</cx:pt>
          <cx:pt idx="10533">35.50547807402836</cx:pt>
          <cx:pt idx="10534">44.776803240703359</cx:pt>
          <cx:pt idx="10535">34.730321140130684</cx:pt>
          <cx:pt idx="10536">40.775847861122607</cx:pt>
          <cx:pt idx="10537">43.732871422363139</cx:pt>
          <cx:pt idx="10538">45.443515017616321</cx:pt>
          <cx:pt idx="10539">33.928101565474094</cx:pt>
          <cx:pt idx="10540">48.897554137896961</cx:pt>
          <cx:pt idx="10541">50.551954401119538</cx:pt>
          <cx:pt idx="10542">44.68480314309096</cx:pt>
          <cx:pt idx="10543">62.846999945916643</cx:pt>
          <cx:pt idx="10544">57.925917704400398</cx:pt>
          <cx:pt idx="10545">22.096408493054327</cx:pt>
          <cx:pt idx="10546">39.093066102549017</cx:pt>
          <cx:pt idx="10547">71.863494065283746</cx:pt>
          <cx:pt idx="10548">36.741924009456326</cx:pt>
          <cx:pt idx="10549">50.550466270448005</cx:pt>
          <cx:pt idx="10550">35.686980827780509</cx:pt>
          <cx:pt idx="10551">37.476122681708873</cx:pt>
          <cx:pt idx="10552">64.497170681721684</cx:pt>
          <cx:pt idx="10553">24.737966219548841</cx:pt>
          <cx:pt idx="10554">45.613507291539335</cx:pt>
          <cx:pt idx="10555">48.476165442048078</cx:pt>
          <cx:pt idx="10556">63.338027595764501</cx:pt>
          <cx:pt idx="10557">58.033705716288303</cx:pt>
          <cx:pt idx="10558">57.64578092540031</cx:pt>
          <cx:pt idx="10559">64.419671297138848</cx:pt>
          <cx:pt idx="10560">38.505074727741615</cx:pt>
          <cx:pt idx="10561">59.227806356394495</cx:pt>
          <cx:pt idx="10562">57.325385618540345</cx:pt>
          <cx:pt idx="10563">53.74090632901828</cx:pt>
          <cx:pt idx="10564">55.956058169238418</cx:pt>
          <cx:pt idx="10565">65.775827042318966</cx:pt>
          <cx:pt idx="10566">31.36034721718557</cx:pt>
          <cx:pt idx="10567">59.050319924847621</cx:pt>
          <cx:pt idx="10568">40.512527939255904</cx:pt>
          <cx:pt idx="10569">57.824031474463148</cx:pt>
          <cx:pt idx="10570">46.238810165867896</cx:pt>
          <cx:pt idx="10571">47.315392957887973</cx:pt>
          <cx:pt idx="10572">63.813971643799391</cx:pt>
          <cx:pt idx="10573">50.758142212972373</cx:pt>
          <cx:pt idx="10574">42.617012979393287</cx:pt>
          <cx:pt idx="10575">37.440579548331023</cx:pt>
          <cx:pt idx="10576">46.616783570705515</cx:pt>
          <cx:pt idx="10577">39.17341390939383</cx:pt>
          <cx:pt idx="10578">61.430017691627334</cx:pt>
          <cx:pt idx="10579">50.844072662003029</cx:pt>
          <cx:pt idx="10580">31.376461254462672</cx:pt>
          <cx:pt idx="10581">42.870787302167656</cx:pt>
          <cx:pt idx="10582">41.005368527021552</cx:pt>
          <cx:pt idx="10583">49.179959149841139</cx:pt>
          <cx:pt idx="10584">46.572959531256238</cx:pt>
          <cx:pt idx="10585">29.564388275194485</cx:pt>
          <cx:pt idx="10586">40.334045513698328</cx:pt>
          <cx:pt idx="10587">53.549342848690287</cx:pt>
          <cx:pt idx="10588">45.237648380317481</cx:pt>
          <cx:pt idx="10589">52.215648903761817</cx:pt>
          <cx:pt idx="10590">54.911824054196089</cx:pt>
          <cx:pt idx="10591">52.300273187330333</cx:pt>
          <cx:pt idx="10592">56.211132045310251</cx:pt>
          <cx:pt idx="10593">57.141047425278785</cx:pt>
          <cx:pt idx="10594">46.173396461701792</cx:pt>
          <cx:pt idx="10595">42.001319458222454</cx:pt>
          <cx:pt idx="10596">38.524522522221119</cx:pt>
          <cx:pt idx="10597">45.224856641032339</cx:pt>
          <cx:pt idx="10598">33.142908657248547</cx:pt>
          <cx:pt idx="10599">52.10856167403395</cx:pt>
          <cx:pt idx="10600">54.213982336025907</cx:pt>
          <cx:pt idx="10601">61.190884869990903</cx:pt>
          <cx:pt idx="10602">42.583968739913331</cx:pt>
          <cx:pt idx="10603">64.379675082847854</cx:pt>
          <cx:pt idx="10604">55.254602032852162</cx:pt>
          <cx:pt idx="10605">44.734224347614024</cx:pt>
          <cx:pt idx="10606">47.820020735017067</cx:pt>
          <cx:pt idx="10607">45.635358886202866</cx:pt>
          <cx:pt idx="10608">40.449158793130835</cx:pt>
          <cx:pt idx="10609">45.245137073502107</cx:pt>
          <cx:pt idx="10610">61.561702700598488</cx:pt>
          <cx:pt idx="10611">44.95483463144118</cx:pt>
          <cx:pt idx="10612">47.227673612582421</cx:pt>
          <cx:pt idx="10613">58.751358337986311</cx:pt>
          <cx:pt idx="10614">39.878662561481278</cx:pt>
          <cx:pt idx="10615">45.217958057129636</cx:pt>
          <cx:pt idx="10616">60.585756865731852</cx:pt>
          <cx:pt idx="10617">45.053562800048951</cx:pt>
          <cx:pt idx="10618">47.223694998468524</cx:pt>
          <cx:pt idx="10619">43.605457434290543</cx:pt>
          <cx:pt idx="10620">31.720969447211324</cx:pt>
          <cx:pt idx="10621">49.379422656776477</cx:pt>
          <cx:pt idx="10622">32.458262442992911</cx:pt>
          <cx:pt idx="10623">46.562864191970796</cx:pt>
          <cx:pt idx="10624">65.366155230720807</cx:pt>
          <cx:pt idx="10625">49.536596537303446</cx:pt>
          <cx:pt idx="10626">46.822221724264743</cx:pt>
          <cx:pt idx="10627">34.471232000669517</cx:pt>
          <cx:pt idx="10628">44.929196059740782</cx:pt>
          <cx:pt idx="10629">48.377976633505661</cx:pt>
          <cx:pt idx="10630">46.725136557189124</cx:pt>
          <cx:pt idx="10631">51.171449999594138</cx:pt>
          <cx:pt idx="10632">55.807343363083916</cx:pt>
          <cx:pt idx="10633">42.635087412289479</cx:pt>
          <cx:pt idx="10634">40.346514657072333</cx:pt>
          <cx:pt idx="10635">39.718471112939071</cx:pt>
          <cx:pt idx="10636">43.267363460007182</cx:pt>
          <cx:pt idx="10637">44.876756287112315</cx:pt>
          <cx:pt idx="10638">45.916896872764895</cx:pt>
          <cx:pt idx="10639">38.124002739121288</cx:pt>
          <cx:pt idx="10640">61.946892758615704</cx:pt>
          <cx:pt idx="10641">32.717322561199495</cx:pt>
          <cx:pt idx="10642">34.636029347656105</cx:pt>
          <cx:pt idx="10643">66.051333931131637</cx:pt>
          <cx:pt idx="10644">44.595346426202219</cx:pt>
          <cx:pt idx="10645">49.970340364546374</cx:pt>
          <cx:pt idx="10646">57.51781209010484</cx:pt>
          <cx:pt idx="10647">35.746096644053374</cx:pt>
          <cx:pt idx="10648">42.229330969127723</cx:pt>
          <cx:pt idx="10649">25.753732059317752</cx:pt>
          <cx:pt idx="10650">66.385582617365088</cx:pt>
          <cx:pt idx="10651">52.046468300868362</cx:pt>
          <cx:pt idx="10652">34.13458904343846</cx:pt>
          <cx:pt idx="10653">50.649681825323547</cx:pt>
          <cx:pt idx="10654">36.955747983288639</cx:pt>
          <cx:pt idx="10655">50.682702200973978</cx:pt>
          <cx:pt idx="10656">41.174010845102956</cx:pt>
          <cx:pt idx="10657">39.453827787474864</cx:pt>
          <cx:pt idx="10658">57.626944173787507</cx:pt>
          <cx:pt idx="10659">41.297047028085387</cx:pt>
          <cx:pt idx="10660">57.749439458443355</cx:pt>
          <cx:pt idx="10661">57.509355711352114</cx:pt>
          <cx:pt idx="10662">52.938537532521295</cx:pt>
          <cx:pt idx="10663">42.483819921291072</cx:pt>
          <cx:pt idx="10664">46.47415058337063</cx:pt>
          <cx:pt idx="10665">54.076880462702299</cx:pt>
          <cx:pt idx="10666">44.925375239177036</cx:pt>
          <cx:pt idx="10667">28.1490896565452</cx:pt>
          <cx:pt idx="10668">48.735286087412661</cx:pt>
          <cx:pt idx="10669">62.003966480528106</cx:pt>
          <cx:pt idx="10670">47.137435524233837</cx:pt>
          <cx:pt idx="10671">59.322041685393529</cx:pt>
          <cx:pt idx="10672">61.455673445989731</cx:pt>
          <cx:pt idx="10673">67.065300357622775</cx:pt>
          <cx:pt idx="10674">41.179628844873264</cx:pt>
          <cx:pt idx="10675">42.255032758427717</cx:pt>
          <cx:pt idx="10676">49.072733029964354</cx:pt>
          <cx:pt idx="10677">48.431245375649254</cx:pt>
          <cx:pt idx="10678">64.740043907134449</cx:pt>
          <cx:pt idx="10679">56.542945062059928</cx:pt>
          <cx:pt idx="10680">41.18011885682651</cx:pt>
          <cx:pt idx="10681">52.91527104328992</cx:pt>
          <cx:pt idx="10682">52.359457153445923</cx:pt>
          <cx:pt idx="10683">45.359246292197867</cx:pt>
          <cx:pt idx="10684">62.831125531475415</cx:pt>
          <cx:pt idx="10685">40.268408472527597</cx:pt>
          <cx:pt idx="10686">55.256551737678308</cx:pt>
          <cx:pt idx="10687">61.452437803606884</cx:pt>
          <cx:pt idx="10688">47.093487844129804</cx:pt>
          <cx:pt idx="10689">46.968763470532814</cx:pt>
          <cx:pt idx="10690">56.990511407443464</cx:pt>
          <cx:pt idx="10691">43.689098375005464</cx:pt>
          <cx:pt idx="10692">64.619212931416072</cx:pt>
          <cx:pt idx="10693">52.482737281210468</cx:pt>
          <cx:pt idx="10694">44.535996644276977</cx:pt>
          <cx:pt idx="10695">51.660980996424975</cx:pt>
          <cx:pt idx="10696">61.548600803613866</cx:pt>
          <cx:pt idx="10697">49.49499003006148</cx:pt>
          <cx:pt idx="10698">41.729431146764753</cx:pt>
          <cx:pt idx="10699">43.191542755505033</cx:pt>
          <cx:pt idx="10700">65.162064087402953</cx:pt>
          <cx:pt idx="10701">34.638738831965661</cx:pt>
          <cx:pt idx="10702">67.289331669371393</cx:pt>
          <cx:pt idx="10703">46.990774513204059</cx:pt>
          <cx:pt idx="10704">63.572123422826216</cx:pt>
          <cx:pt idx="10705">47.223983939444061</cx:pt>
          <cx:pt idx="10706">29.255441264183663</cx:pt>
          <cx:pt idx="10707">48.911608309256053</cx:pt>
          <cx:pt idx="10708">53.31116996331285</cx:pt>
          <cx:pt idx="10709">57.638653351904367</cx:pt>
          <cx:pt idx="10710">63.224406149872451</cx:pt>
          <cx:pt idx="10711">52.052362148739249</cx:pt>
          <cx:pt idx="10712">60.095569359981717</cx:pt>
          <cx:pt idx="10713">34.09769116150126</cx:pt>
          <cx:pt idx="10714">49.967101739206022</cx:pt>
          <cx:pt idx="10715">48.216322106531187</cx:pt>
          <cx:pt idx="10716">42.933942555087093</cx:pt>
          <cx:pt idx="10717">52.155196307930318</cx:pt>
          <cx:pt idx="10718">59.268257467120748</cx:pt>
          <cx:pt idx="10719">27.873381440892054</cx:pt>
          <cx:pt idx="10720">39.044519621214661</cx:pt>
          <cx:pt idx="10721">42.786825280981844</cx:pt>
          <cx:pt idx="10722">44.326788897292872</cx:pt>
          <cx:pt idx="10723">40.26166709799233</cx:pt>
          <cx:pt idx="10724">50.777662896770522</cx:pt>
          <cx:pt idx="10725">56.76800768263611</cx:pt>
          <cx:pt idx="10726">46.782632713931463</cx:pt>
          <cx:pt idx="10727">53.248505786645623</cx:pt>
          <cx:pt idx="10728">34.474491691622688</cx:pt>
          <cx:pt idx="10729">55.560044398693059</cx:pt>
          <cx:pt idx="10730">51.18919839425525</cx:pt>
          <cx:pt idx="10731">50.468797033358541</cx:pt>
          <cx:pt idx="10732">58.482400367928754</cx:pt>
          <cx:pt idx="10733">56.208308986692813</cx:pt>
          <cx:pt idx="10734">55.700331116463857</cx:pt>
          <cx:pt idx="10735">50.531419909002423</cx:pt>
          <cx:pt idx="10736">36.441818198342943</cx:pt>
          <cx:pt idx="10737">66.342974252773132</cx:pt>
          <cx:pt idx="10738">44.713060824237004</cx:pt>
          <cx:pt idx="10739">56.500604451308845</cx:pt>
          <cx:pt idx="10740">45.265649698966286</cx:pt>
          <cx:pt idx="10741">50.446067679080819</cx:pt>
          <cx:pt idx="10742">48.712008188568731</cx:pt>
          <cx:pt idx="10743">58.134167036948085</cx:pt>
          <cx:pt idx="10744">46.76407833115772</cx:pt>
          <cx:pt idx="10745">42.900322160517881</cx:pt>
          <cx:pt idx="10746">52.850901083368015</cx:pt>
          <cx:pt idx="10747">48.90419805920056</cx:pt>
          <cx:pt idx="10748">59.625825352993076</cx:pt>
          <cx:pt idx="10749">50.609879764265457</cx:pt>
          <cx:pt idx="10750">39.857486002591067</cx:pt>
          <cx:pt idx="10751">35.303967120540662</cx:pt>
          <cx:pt idx="10752">71.415862967150716</cx:pt>
          <cx:pt idx="10753">37.290393156203372</cx:pt>
          <cx:pt idx="10754">63.581605430297174</cx:pt>
          <cx:pt idx="10755">55.163959874375621</cx:pt>
          <cx:pt idx="10756">54.044032150483851</cx:pt>
          <cx:pt idx="10757">50.768492409204455</cx:pt>
          <cx:pt idx="10758">41.6668713673957</cx:pt>
          <cx:pt idx="10759">53.579419067075001</cx:pt>
          <cx:pt idx="10760">59.344353065980954</cx:pt>
          <cx:pt idx="10761">47.38827521847184</cx:pt>
          <cx:pt idx="10762">51.97215913586421</cx:pt>
          <cx:pt idx="10763">67.236216360477201</cx:pt>
          <cx:pt idx="10764">43.875110452306316</cx:pt>
          <cx:pt idx="10765">46.148423147200383</cx:pt>
          <cx:pt idx="10766">39.332949665424231</cx:pt>
          <cx:pt idx="10767">57.807335225943206</cx:pt>
          <cx:pt idx="10768">69.567959152839308</cx:pt>
          <cx:pt idx="10769">39.896033068667158</cx:pt>
          <cx:pt idx="10770">44.289318113381285</cx:pt>
          <cx:pt idx="10771">60.443877152904911</cx:pt>
          <cx:pt idx="10772">50.873834874878291</cx:pt>
          <cx:pt idx="10773">49.23652220870806</cx:pt>
          <cx:pt idx="10774">48.471215075320082</cx:pt>
          <cx:pt idx="10775">55.80597559830651</cx:pt>
          <cx:pt idx="10776">48.750309985561074</cx:pt>
          <cx:pt idx="10777">42.851565247264169</cx:pt>
          <cx:pt idx="10778">55.095449736648249</cx:pt>
          <cx:pt idx="10779">76.121428516900636</cx:pt>
          <cx:pt idx="10780">62.640851098103795</cx:pt>
          <cx:pt idx="10781">39.323344749177124</cx:pt>
          <cx:pt idx="10782">47.981440292754122</cx:pt>
          <cx:pt idx="10783">60.460062676959353</cx:pt>
          <cx:pt idx="10784">53.722432941599266</cx:pt>
          <cx:pt idx="10785">51.045152077772507</cx:pt>
          <cx:pt idx="10786">53.959260779958662</cx:pt>
          <cx:pt idx="10787">58.292743213906171</cx:pt>
          <cx:pt idx="10788">40.825202849101117</cx:pt>
          <cx:pt idx="10789">47.305906686055962</cx:pt>
          <cx:pt idx="10790">39.967491919221146</cx:pt>
          <cx:pt idx="10791">53.947499651516573</cx:pt>
          <cx:pt idx="10792">37.515992874113891</cx:pt>
          <cx:pt idx="10793">51.652965394396318</cx:pt>
          <cx:pt idx="10794">60.190843272136497</cx:pt>
          <cx:pt idx="10795">62.632389393370175</cx:pt>
          <cx:pt idx="10796">53.059102871120757</cx:pt>
          <cx:pt idx="10797">54.390466726406139</cx:pt>
          <cx:pt idx="10798">45.833945983630386</cx:pt>
          <cx:pt idx="10799">50.293846059097831</cx:pt>
          <cx:pt idx="10800">70.194611573571791</cx:pt>
          <cx:pt idx="10801">53.083210992505876</cx:pt>
          <cx:pt idx="10802">55.299914809512373</cx:pt>
          <cx:pt idx="10803">41.020986221192558</cx:pt>
          <cx:pt idx="10804">37.674707626537547</cx:pt>
          <cx:pt idx="10805">50.129489945885013</cx:pt>
          <cx:pt idx="10806">56.810689901761961</cx:pt>
          <cx:pt idx="10807">34.384663773766384</cx:pt>
          <cx:pt idx="10808">64.880749801006218</cx:pt>
          <cx:pt idx="10809">38.522701841625761</cx:pt>
          <cx:pt idx="10810">61.603992470697463</cx:pt>
          <cx:pt idx="10811">43.956590713000082</cx:pt>
          <cx:pt idx="10812">48.562429144324888</cx:pt>
          <cx:pt idx="10813">34.995198868325559</cx:pt>
          <cx:pt idx="10814">43.459661634630081</cx:pt>
          <cx:pt idx="10815">46.202824701516917</cx:pt>
          <cx:pt idx="10816">75.232937295977791</cx:pt>
          <cx:pt idx="10817">53.329300114433593</cx:pt>
          <cx:pt idx="10818">39.09796479749599</cx:pt>
          <cx:pt idx="10819">43.356963065352076</cx:pt>
          <cx:pt idx="10820">73.066736818960152</cx:pt>
          <cx:pt idx="10821">40.095723011229865</cx:pt>
          <cx:pt idx="10822">69.584179000479736</cx:pt>
          <cx:pt idx="10823">38.005003652080262</cx:pt>
          <cx:pt idx="10824">52.585841607189579</cx:pt>
          <cx:pt idx="10825">66.717085476522072</cx:pt>
          <cx:pt idx="10826">55.877518004664388</cx:pt>
          <cx:pt idx="10827">46.304484014122707</cx:pt>
          <cx:pt idx="10828">63.62709932433404</cx:pt>
          <cx:pt idx="10829">43.008179931783843</cx:pt>
          <cx:pt idx="10830">54.1236299870694</cx:pt>
          <cx:pt idx="10831">68.868600334026567</cx:pt>
          <cx:pt idx="10832">45.230851438055986</cx:pt>
          <cx:pt idx="10833">66.996049166952361</cx:pt>
          <cx:pt idx="10834">55.027163225745973</cx:pt>
          <cx:pt idx="10835">50.290671662091725</cx:pt>
          <cx:pt idx="10836">50.023668048331913</cx:pt>
          <cx:pt idx="10837">39.974888331107543</cx:pt>
          <cx:pt idx="10838">54.440781760677282</cx:pt>
          <cx:pt idx="10839">33.015039516264892</cx:pt>
          <cx:pt idx="10840">46.19528363766436</cx:pt>
          <cx:pt idx="10841">50.37850084358891</cx:pt>
          <cx:pt idx="10842">38.534434897593414</cx:pt>
          <cx:pt idx="10843">42.541555423264633</cx:pt>
          <cx:pt idx="10844">56.936398700332816</cx:pt>
          <cx:pt idx="10845">46.532279731945522</cx:pt>
          <cx:pt idx="10846">38.272232558112918</cx:pt>
          <cx:pt idx="10847">53.737469725395187</cx:pt>
          <cx:pt idx="10848">63.386298969614444</cx:pt>
          <cx:pt idx="10849">37.940393131539622</cx:pt>
          <cx:pt idx="10850">42.691099776337829</cx:pt>
          <cx:pt idx="10851">50.358473325352982</cx:pt>
          <cx:pt idx="10852">49.192927692049146</cx:pt>
          <cx:pt idx="10853">61.042236442896233</cx:pt>
          <cx:pt idx="10854">44.924244322528814</cx:pt>
          <cx:pt idx="10855">50.175874348010694</cx:pt>
          <cx:pt idx="10856">50.83979106691271</cx:pt>
          <cx:pt idx="10857">60.421079269301742</cx:pt>
          <cx:pt idx="10858">58.627665602869826</cx:pt>
          <cx:pt idx="10859">41.646180470283156</cx:pt>
          <cx:pt idx="10860">52.864889569657379</cx:pt>
          <cx:pt idx="10861">44.316932244361212</cx:pt>
          <cx:pt idx="10862">63.333369747861568</cx:pt>
          <cx:pt idx="10863">62.862731075415574</cx:pt>
          <cx:pt idx="10864">71.957813146011176</cx:pt>
          <cx:pt idx="10865">61.103971016936427</cx:pt>
          <cx:pt idx="10866">43.949738760063084</cx:pt>
          <cx:pt idx="10867">54.765366548373684</cx:pt>
          <cx:pt idx="10868">39.683202409070361</cx:pt>
          <cx:pt idx="10869">50.554301947976114</cx:pt>
          <cx:pt idx="10870">40.661136043455706</cx:pt>
          <cx:pt idx="10871">52.46145421955972</cx:pt>
          <cx:pt idx="10872">41.345229361852802</cx:pt>
          <cx:pt idx="10873">51.701568914329677</cx:pt>
          <cx:pt idx="10874">61.9213724000425</cx:pt>
          <cx:pt idx="10875">49.191173826049209</cx:pt>
          <cx:pt idx="10876">44.601256641965762</cx:pt>
          <cx:pt idx="10877">65.232111106889505</cx:pt>
          <cx:pt idx="10878">54.804911141621837</cx:pt>
          <cx:pt idx="10879">57.296664253053549</cx:pt>
          <cx:pt idx="10880">55.093438571905551</cx:pt>
          <cx:pt idx="10881">40.681274639324442</cx:pt>
          <cx:pt idx="10882">60.289278912694755</cx:pt>
          <cx:pt idx="10883">53.875139001706515</cx:pt>
          <cx:pt idx="10884">43.823026657736527</cx:pt>
          <cx:pt idx="10885">51.484029632670953</cx:pt>
          <cx:pt idx="10886">62.187417204989437</cx:pt>
          <cx:pt idx="10887">73.419167180475569</cx:pt>
          <cx:pt idx="10888">50.219929958228562</cx:pt>
          <cx:pt idx="10889">38.10346379620259</cx:pt>
          <cx:pt idx="10890">45.780626315768117</cx:pt>
          <cx:pt idx="10891">47.813805594439458</cx:pt>
          <cx:pt idx="10892">41.863756618286502</cx:pt>
          <cx:pt idx="10893">57.165886434497423</cx:pt>
          <cx:pt idx="10894">28.306960717067426</cx:pt>
          <cx:pt idx="10895">58.208741557957161</cx:pt>
          <cx:pt idx="10896">54.448549496365708</cx:pt>
          <cx:pt idx="10897">56.271513286142024</cx:pt>
          <cx:pt idx="10898">51.293061569893176</cx:pt>
          <cx:pt idx="10899">44.477460872088287</cx:pt>
          <cx:pt idx="10900">55.072289996437654</cx:pt>
          <cx:pt idx="10901">52.655453624495365</cx:pt>
          <cx:pt idx="10902">56.059691825870679</cx:pt>
          <cx:pt idx="10903">53.1104348378324</cx:pt>
          <cx:pt idx="10904">52.926885697784634</cx:pt>
          <cx:pt idx="10905">73.643562856150012</cx:pt>
          <cx:pt idx="10906">41.378180519179871</cx:pt>
          <cx:pt idx="10907">31.326346405727833</cx:pt>
          <cx:pt idx="10908">56.974458131782839</cx:pt>
          <cx:pt idx="10909">35.376711962432523</cx:pt>
          <cx:pt idx="10910">46.247899089616638</cx:pt>
          <cx:pt idx="10911">45.519938214686817</cx:pt>
          <cx:pt idx="10912">45.433692373815013</cx:pt>
          <cx:pt idx="10913">55.04975960047274</cx:pt>
          <cx:pt idx="10914">56.975905092830708</cx:pt>
          <cx:pt idx="10915">66.806679204022402</cx:pt>
          <cx:pt idx="10916">52.268815495678787</cx:pt>
          <cx:pt idx="10917">54.863886362566376</cx:pt>
          <cx:pt idx="10918">37.380249126380065</cx:pt>
          <cx:pt idx="10919">53.442963934452912</cx:pt>
          <cx:pt idx="10920">39.786995207309815</cx:pt>
          <cx:pt idx="10921">46.369742333401916</cx:pt>
          <cx:pt idx="10922">34.859958967011401</cx:pt>
          <cx:pt idx="10923">56.245553093250891</cx:pt>
          <cx:pt idx="10924">54.525521877439239</cx:pt>
          <cx:pt idx="10925">52.23397694919224</cx:pt>
          <cx:pt idx="10926">47.794079711378153</cx:pt>
          <cx:pt idx="10927">50.201614158638804</cx:pt>
          <cx:pt idx="10928">52.05397849457492</cx:pt>
          <cx:pt idx="10929">39.404240094282592</cx:pt>
          <cx:pt idx="10930">53.442831568424019</cx:pt>
          <cx:pt idx="10931">58.467012854287617</cx:pt>
          <cx:pt idx="10932">50.262294504800984</cx:pt>
          <cx:pt idx="10933">65.370147855110801</cx:pt>
          <cx:pt idx="10934">52.842860617517296</cx:pt>
          <cx:pt idx="10935">50.405142241987079</cx:pt>
          <cx:pt idx="10936">52.193493300393925</cx:pt>
          <cx:pt idx="10937">33.255789866771806</cx:pt>
          <cx:pt idx="10938">51.642209853615185</cx:pt>
          <cx:pt idx="10939">46.364728906776413</cx:pt>
          <cx:pt idx="10940">41.226766010006308</cx:pt>
          <cx:pt idx="10941">47.967009686141125</cx:pt>
          <cx:pt idx="10942">22.511155744866649</cx:pt>
          <cx:pt idx="10943">41.392232035994816</cx:pt>
          <cx:pt idx="10944">71.92376946630182</cx:pt>
          <cx:pt idx="10945">52.691323175065129</cx:pt>
          <cx:pt idx="10946">45.417238590915936</cx:pt>
          <cx:pt idx="10947">49.360177309062237</cx:pt>
          <cx:pt idx="10948">49.688152218435476</cx:pt>
          <cx:pt idx="10949">34.969999191195939</cx:pt>
          <cx:pt idx="10950">67.174857905027721</cx:pt>
          <cx:pt idx="10951">42.401514542657623</cx:pt>
          <cx:pt idx="10952">45.339796169044391</cx:pt>
          <cx:pt idx="10953">60.632710471556869</cx:pt>
          <cx:pt idx="10954">40.968165407526023</cx:pt>
          <cx:pt idx="10955">54.724822254133002</cx:pt>
          <cx:pt idx="10956">43.871780438722674</cx:pt>
          <cx:pt idx="10957">59.027639926261593</cx:pt>
          <cx:pt idx="10958">62.387025964387753</cx:pt>
          <cx:pt idx="10959">47.777907698422574</cx:pt>
          <cx:pt idx="10960">51.931580761424584</cx:pt>
          <cx:pt idx="10961">46.530647122548018</cx:pt>
          <cx:pt idx="10962">45.312739039387722</cx:pt>
          <cx:pt idx="10963">35.046706957060692</cx:pt>
          <cx:pt idx="10964">58.567751027735639</cx:pt>
          <cx:pt idx="10965">46.946177683287047</cx:pt>
          <cx:pt idx="10966">70.506709960773321</cx:pt>
          <cx:pt idx="10967">39.985652930972357</cx:pt>
          <cx:pt idx="10968">68.954127836145545</cx:pt>
          <cx:pt idx="10969">66.78148179585844</cx:pt>
          <cx:pt idx="10970">45.197001551082863</cx:pt>
          <cx:pt idx="10971">43.637780472271139</cx:pt>
          <cx:pt idx="10972">54.145773718309698</cx:pt>
          <cx:pt idx="10973">56.523076379794261</cx:pt>
          <cx:pt idx="10974">46.597572241705166</cx:pt>
          <cx:pt idx="10975">50.205057371705571</cx:pt>
          <cx:pt idx="10976">63.941914628322749</cx:pt>
          <cx:pt idx="10977">43.741217746586223</cx:pt>
          <cx:pt idx="10978">46.313635805323464</cx:pt>
          <cx:pt idx="10979">48.283123536685594</cx:pt>
          <cx:pt idx="10980">51.877446549562833</cx:pt>
          <cx:pt idx="10981">51.636203221626538</cx:pt>
          <cx:pt idx="10982">43.414887232285146</cx:pt>
          <cx:pt idx="10983">60.899874402223496</cx:pt>
          <cx:pt idx="10984">52.165835791032549</cx:pt>
          <cx:pt idx="10985">56.014400298707628</cx:pt>
          <cx:pt idx="10986">56.077536869098246</cx:pt>
          <cx:pt idx="10987">56.115872665659509</cx:pt>
          <cx:pt idx="10988">65.983457598788661</cx:pt>
          <cx:pt idx="10989">45.587410795745406</cx:pt>
          <cx:pt idx="10990">43.245336802995276</cx:pt>
          <cx:pt idx="10991">37.431096288836429</cx:pt>
          <cx:pt idx="10992">67.671298340658794</cx:pt>
          <cx:pt idx="10993">67.400793196031756</cx:pt>
          <cx:pt idx="10994">57.405278000541955</cx:pt>
          <cx:pt idx="10995">58.633645751886583</cx:pt>
          <cx:pt idx="10996">46.972828098713414</cx:pt>
          <cx:pt idx="10997">48.35938084858337</cx:pt>
          <cx:pt idx="10998">36.123443582491859</cx:pt>
          <cx:pt idx="10999">51.506831717065687</cx:pt>
          <cx:pt idx="11000">43.645771760760226</cx:pt>
          <cx:pt idx="11001">41.809830948761515</cx:pt>
          <cx:pt idx="11002">47.696329730994321</cx:pt>
          <cx:pt idx="11003">67.656369137490003</cx:pt>
          <cx:pt idx="11004">56.612585152929718</cx:pt>
          <cx:pt idx="11005">48.554562789297648</cx:pt>
          <cx:pt idx="11006">39.706953112247724</cx:pt>
          <cx:pt idx="11007">50.130871056194707</cx:pt>
          <cx:pt idx="11008">52.439114811389572</cx:pt>
          <cx:pt idx="11009">50.414510686416769</cx:pt>
          <cx:pt idx="11010">53.454127798161764</cx:pt>
          <cx:pt idx="11011">46.114940516040434</cx:pt>
          <cx:pt idx="11012">36.111234331112968</cx:pt>
          <cx:pt idx="11013">55.002101980206135</cx:pt>
          <cx:pt idx="11014">55.335238282129666</cx:pt>
          <cx:pt idx="11015">57.065528675561566</cx:pt>
          <cx:pt idx="11016">58.531488539585951</cx:pt>
          <cx:pt idx="11017">43.722094505093168</cx:pt>
          <cx:pt idx="11018">70.052320600489423</cx:pt>
          <cx:pt idx="11019">37.191268037970971</cx:pt>
          <cx:pt idx="11020">74.08988865750122</cx:pt>
          <cx:pt idx="11021">51.590274730556459</cx:pt>
          <cx:pt idx="11022">35.013749480194122</cx:pt>
          <cx:pt idx="11023">66.412275276066723</cx:pt>
          <cx:pt idx="11024">51.048761666019892</cx:pt>
          <cx:pt idx="11025">43.714810075198159</cx:pt>
          <cx:pt idx="11026">62.193756406666409</cx:pt>
          <cx:pt idx="11027">43.411445824210702</cx:pt>
          <cx:pt idx="11028">40.577737460859481</cx:pt>
          <cx:pt idx="11029">38.789063788126988</cx:pt>
          <cx:pt idx="11030">42.637207460479104</cx:pt>
          <cx:pt idx="11031">63.622469562657344</cx:pt>
          <cx:pt idx="11032">70.755252330851832</cx:pt>
          <cx:pt idx="11033">52.316272113874156</cx:pt>
          <cx:pt idx="11034">65.963540699445204</cx:pt>
          <cx:pt idx="11035">49.442805881280478</cx:pt>
          <cx:pt idx="11036">60.137970774931198</cx:pt>
          <cx:pt idx="11037">28.067049803417696</cx:pt>
          <cx:pt idx="11038">63.347628527992867</cx:pt>
          <cx:pt idx="11039">66.502315704090051</cx:pt>
          <cx:pt idx="11040">38.017178217552569</cx:pt>
          <cx:pt idx="11041">29.259887550619577</cx:pt>
          <cx:pt idx="11042">57.98712779253389</cx:pt>
          <cx:pt idx="11043">39.28454569600396</cx:pt>
          <cx:pt idx="11044">62.966796043154964</cx:pt>
          <cx:pt idx="11045">64.376007454183963</cx:pt>
          <cx:pt idx="11046">58.279963408822084</cx:pt>
          <cx:pt idx="11047">57.214956519815821</cx:pt>
          <cx:pt idx="11048">52.119819673650262</cx:pt>
          <cx:pt idx="11049">59.902124829155383</cx:pt>
          <cx:pt idx="11050">42.533232772440471</cx:pt>
          <cx:pt idx="11051">61.673770922429711</cx:pt>
          <cx:pt idx="11052">64.054161769271104</cx:pt>
          <cx:pt idx="11053">37.929177175785405</cx:pt>
          <cx:pt idx="11054">49.933773297983549</cx:pt>
          <cx:pt idx="11055">39.322680318089496</cx:pt>
          <cx:pt idx="11056">41.143155752419474</cx:pt>
          <cx:pt idx="11057">58.759824943110928</cx:pt>
          <cx:pt idx="11058">27.2757219006124</cx:pt>
          <cx:pt idx="11059">60.092656295718342</cx:pt>
          <cx:pt idx="11060">64.795460994876862</cx:pt>
          <cx:pt idx="11061">41.708075167365493</cx:pt>
          <cx:pt idx="11062">41.648290637388129</cx:pt>
          <cx:pt idx="11063">42.085096410892085</cx:pt>
          <cx:pt idx="11064">42.804589167335919</cx:pt>
          <cx:pt idx="11065">38.208386574737673</cx:pt>
          <cx:pt idx="11066">53.308343861373068</cx:pt>
          <cx:pt idx="11067">53.972687691306398</cx:pt>
          <cx:pt idx="11068">47.400437034882039</cx:pt>
          <cx:pt idx="11069">51.855186649246882</cx:pt>
          <cx:pt idx="11070">28.26543977581505</cx:pt>
          <cx:pt idx="11071">32.557366289109453</cx:pt>
          <cx:pt idx="11072">55.9477926415654</cx:pt>
          <cx:pt idx="11073">64.039006321885552</cx:pt>
          <cx:pt idx="11074">68.359148975591594</cx:pt>
          <cx:pt idx="11075">35.041748014764863</cx:pt>
          <cx:pt idx="11076">57.812473699364112</cx:pt>
          <cx:pt idx="11077">58.048351803844326</cx:pt>
          <cx:pt idx="11078">65.219746992152892</cx:pt>
          <cx:pt idx="11079">65.383141071302504</cx:pt>
          <cx:pt idx="11080">55.437650393433969</cx:pt>
          <cx:pt idx="11081">57.114202940899013</cx:pt>
          <cx:pt idx="11082">45.778933310697596</cx:pt>
          <cx:pt idx="11083">58.212977234506504</cx:pt>
          <cx:pt idx="11084">60.6177045285609</cx:pt>
          <cx:pt idx="11085">43.758497416444406</cx:pt>
          <cx:pt idx="11086">44.472321246446818</cx:pt>
          <cx:pt idx="11087">48.393707312105249</cx:pt>
          <cx:pt idx="11088">49.49193147782028</cx:pt>
          <cx:pt idx="11089">55.944240261055441</cx:pt>
          <cx:pt idx="11090">47.425588017342882</cx:pt>
          <cx:pt idx="11091">58.994236655104842</cx:pt>
          <cx:pt idx="11092">47.61977247902766</cx:pt>
          <cx:pt idx="11093">51.132927681905478</cx:pt>
          <cx:pt idx="11094">62.303564967593147</cx:pt>
          <cx:pt idx="11095">43.65884109168762</cx:pt>
          <cx:pt idx="11096">47.627726912801208</cx:pt>
          <cx:pt idx="11097">47.294596833734253</cx:pt>
          <cx:pt idx="11098">59.569948317285807</cx:pt>
          <cx:pt idx="11099">56.857018177831236</cx:pt>
          <cx:pt idx="11100">52.030317964764436</cx:pt>
          <cx:pt idx="11101">54.17792964487731</cx:pt>
          <cx:pt idx="11102">46.517022293923844</cx:pt>
          <cx:pt idx="11103">51.257585227813841</cx:pt>
          <cx:pt idx="11104">72.20897872643468</cx:pt>
          <cx:pt idx="11105">57.18865322688481</cx:pt>
          <cx:pt idx="11106">41.510253571423561</cx:pt>
          <cx:pt idx="11107">40.190844243335334</cx:pt>
          <cx:pt idx="11108">57.085687975985472</cx:pt>
          <cx:pt idx="11109">49.221484056069094</cx:pt>
          <cx:pt idx="11110">39.341020470975728</cx:pt>
          <cx:pt idx="11111">51.92276198469397</cx:pt>
          <cx:pt idx="11112">59.978734482810658</cx:pt>
          <cx:pt idx="11113">46.387749404869389</cx:pt>
          <cx:pt idx="11114">36.334918234259938</cx:pt>
          <cx:pt idx="11115">32.631850932250543</cx:pt>
          <cx:pt idx="11116">67.250294967412401</cx:pt>
          <cx:pt idx="11117">60.820039514904842</cx:pt>
          <cx:pt idx="11118">43.272115630349866</cx:pt>
          <cx:pt idx="11119">47.995499077375769</cx:pt>
          <cx:pt idx="11120">51.382553432899876</cx:pt>
          <cx:pt idx="11121">52.947490930523841</cx:pt>
          <cx:pt idx="11122">51.173513713720624</cx:pt>
          <cx:pt idx="11123">50.604357314541971</cx:pt>
          <cx:pt idx="11124">34.268345362194545</cx:pt>
          <cx:pt idx="11125">59.999786601754259</cx:pt>
          <cx:pt idx="11126">57.624169310523975</cx:pt>
          <cx:pt idx="11127">41.46813401280432</cx:pt>
          <cx:pt idx="11128">61.249380759517223</cx:pt>
          <cx:pt idx="11129">29.961926869970025</cx:pt>
          <cx:pt idx="11130">50.750188254462124</cx:pt>
          <cx:pt idx="11131">38.914970195357299</cx:pt>
          <cx:pt idx="11132">39.320308869954417</cx:pt>
          <cx:pt idx="11133">41.094894580752431</cx:pt>
          <cx:pt idx="11134">55.802275435939798</cx:pt>
          <cx:pt idx="11135">53.293982045449006</cx:pt>
          <cx:pt idx="11136">37.129203755995782</cx:pt>
          <cx:pt idx="11137">51.380505118802219</cx:pt>
          <cx:pt idx="11138">37.149808761834294</cx:pt>
          <cx:pt idx="11139">39.304299525027098</cx:pt>
          <cx:pt idx="11140">44.30251043030367</cx:pt>
          <cx:pt idx="11141">52.537711108507011</cx:pt>
          <cx:pt idx="11142">48.595326455002592</cx:pt>
          <cx:pt idx="11143">39.976422237949237</cx:pt>
          <cx:pt idx="11144">56.60556925436159</cx:pt>
          <cx:pt idx="11145">57.772930404121745</cx:pt>
          <cx:pt idx="11146">45.7449198580059</cx:pt>
          <cx:pt idx="11147">38.993110426385194</cx:pt>
          <cx:pt idx="11148">21.649869829833889</cx:pt>
          <cx:pt idx="11149">65.289663628824528</cx:pt>
          <cx:pt idx="11150">54.456780768386956</cx:pt>
          <cx:pt idx="11151">45.956201511886611</cx:pt>
          <cx:pt idx="11152">58.081522915295828</cx:pt>
          <cx:pt idx="11153">62.119166281543514</cx:pt>
          <cx:pt idx="11154">56.017336797514787</cx:pt>
          <cx:pt idx="11155">42.626517177256424</cx:pt>
          <cx:pt idx="11156">46.074255456225679</cx:pt>
          <cx:pt idx="11157">46.61016733279947</cx:pt>
          <cx:pt idx="11158">46.121545690640716</cx:pt>
          <cx:pt idx="11159">39.142285614803519</cx:pt>
          <cx:pt idx="11160">47.748862607601069</cx:pt>
          <cx:pt idx="11161">61.536582051090321</cx:pt>
          <cx:pt idx="11162">49.497729933553501</cx:pt>
          <cx:pt idx="11163">58.173362997133196</cx:pt>
          <cx:pt idx="11164">53.433378365907544</cx:pt>
          <cx:pt idx="11165">32.662193522368931</cx:pt>
          <cx:pt idx="11166">51.554909917754721</cx:pt>
          <cx:pt idx="11167">46.90371588663713</cx:pt>
          <cx:pt idx="11168">51.880220735511152</cx:pt>
          <cx:pt idx="11169">52.861608391123525</cx:pt>
          <cx:pt idx="11170">52.857483293281028</cx:pt>
          <cx:pt idx="11171">45.040376074520864</cx:pt>
          <cx:pt idx="11172">63.409746727092589</cx:pt>
          <cx:pt idx="11173">72.602025231483282</cx:pt>
          <cx:pt idx="11174">57.547627998931802</cx:pt>
          <cx:pt idx="11175">40.181822935473654</cx:pt>
          <cx:pt idx="11176">25.473860326874018</cx:pt>
          <cx:pt idx="11177">43.584774045974967</cx:pt>
          <cx:pt idx="11178">37.84863194579485</cx:pt>
          <cx:pt idx="11179">38.023217740676003</cx:pt>
          <cx:pt idx="11180">35.77493663937986</cx:pt>
          <cx:pt idx="11181">48.22834780371555</cx:pt>
          <cx:pt idx="11182">47.105715932791711</cx:pt>
          <cx:pt idx="11183">64.526445770373954</cx:pt>
          <cx:pt idx="11184">58.475876124885829</cx:pt>
          <cx:pt idx="11185">56.010211598965959</cx:pt>
          <cx:pt idx="11186">44.461689862332506</cx:pt>
          <cx:pt idx="11187">50.329060961877715</cx:pt>
          <cx:pt idx="11188">58.374892148875219</cx:pt>
          <cx:pt idx="11189">33.565778375129419</cx:pt>
          <cx:pt idx="11190">55.046649996204998</cx:pt>
          <cx:pt idx="11191">57.585869356129137</cx:pt>
          <cx:pt idx="11192">56.153003287530453</cx:pt>
          <cx:pt idx="11193">42.179828051314182</cx:pt>
          <cx:pt idx="11194">48.430871006418272</cx:pt>
          <cx:pt idx="11195">50.019119416473821</cx:pt>
          <cx:pt idx="11196">41.972207366791686</cx:pt>
          <cx:pt idx="11197">56.101070800599238</cx:pt>
          <cx:pt idx="11198">53.671153270832654</cx:pt>
          <cx:pt idx="11199">46.220038820337734</cx:pt>
          <cx:pt idx="11200">32.771750680048754</cx:pt>
          <cx:pt idx="11201">48.335029097337028</cx:pt>
          <cx:pt idx="11202">58.273187113874371</cx:pt>
          <cx:pt idx="11203">46.788730570072737</cx:pt>
          <cx:pt idx="11204">42.915321123601004</cx:pt>
          <cx:pt idx="11205">48.18498226842128</cx:pt>
          <cx:pt idx="11206">60.909971455399372</cx:pt>
          <cx:pt idx="11207">35.268313748043717</cx:pt>
          <cx:pt idx="11208">54.051978070353719</cx:pt>
          <cx:pt idx="11209">48.634419066497443</cx:pt>
          <cx:pt idx="11210">67.709460545059926</cx:pt>
          <cx:pt idx="11211">69.504705047565153</cx:pt>
          <cx:pt idx="11212">61.373357078976639</cx:pt>
          <cx:pt idx="11213">56.088365964763348</cx:pt>
          <cx:pt idx="11214">40.71317203665209</cx:pt>
          <cx:pt idx="11215">42.720918018267419</cx:pt>
          <cx:pt idx="11216">49.917466475964801</cx:pt>
          <cx:pt idx="11217">49.739490270933224</cx:pt>
          <cx:pt idx="11218">41.98943466571621</cx:pt>
          <cx:pt idx="11219">60.404384356980053</cx:pt>
          <cx:pt idx="11220">48.246653955818147</cx:pt>
          <cx:pt idx="11221">38.348956471842506</cx:pt>
          <cx:pt idx="11222">32.889556019635052</cx:pt>
          <cx:pt idx="11223">58.567358208419741</cx:pt>
          <cx:pt idx="11224">43.16985886916062</cx:pt>
          <cx:pt idx="11225">40.847491312917825</cx:pt>
          <cx:pt idx="11226">41.679869467329141</cx:pt>
          <cx:pt idx="11227">49.451656267894393</cx:pt>
          <cx:pt idx="11228">66.650099508677783</cx:pt>
          <cx:pt idx="11229">54.913709567836484</cx:pt>
          <cx:pt idx="11230">56.721216876252896</cx:pt>
          <cx:pt idx="11231">62.134843661403778</cx:pt>
          <cx:pt idx="11232">69.721639210339816</cx:pt>
          <cx:pt idx="11233">62.30773082620442</cx:pt>
          <cx:pt idx="11234">39.599642948873111</cx:pt>
          <cx:pt idx="11235">58.606791669943675</cx:pt>
          <cx:pt idx="11236">58.569620586299891</cx:pt>
          <cx:pt idx="11237">49.858390617978856</cx:pt>
          <cx:pt idx="11238">40.490614309992182</cx:pt>
          <cx:pt idx="11239">45.893305209452151</cx:pt>
          <cx:pt idx="11240">63.938516479346781</cx:pt>
          <cx:pt idx="11241">29.191123501787665</cx:pt>
          <cx:pt idx="11242">47.340152453906612</cx:pt>
          <cx:pt idx="11243">48.713613664819214</cx:pt>
          <cx:pt idx="11244">60.908326354114138</cx:pt>
          <cx:pt idx="11245">54.327007208143989</cx:pt>
          <cx:pt idx="11246">46.024306650869462</cx:pt>
          <cx:pt idx="11247">41.837193078458839</cx:pt>
          <cx:pt idx="11248">50.603525561718456</cx:pt>
          <cx:pt idx="11249">45.072092331398139</cx:pt>
          <cx:pt idx="11250">62.590102061068293</cx:pt>
          <cx:pt idx="11251">54.637719882312844</cx:pt>
          <cx:pt idx="11252">48.649870667280311</cx:pt>
          <cx:pt idx="11253">47.99037375976318</cx:pt>
          <cx:pt idx="11254">49.458626647158717</cx:pt>
          <cx:pt idx="11255">44.495860488927299</cx:pt>
          <cx:pt idx="11256">47.521858239811237</cx:pt>
          <cx:pt idx="11257">54.835434752998573</cx:pt>
          <cx:pt idx="11258">60.292590087018397</cx:pt>
          <cx:pt idx="11259">49.413880050891976</cx:pt>
          <cx:pt idx="11260">56.475784206735526</cx:pt>
          <cx:pt idx="11261">47.699518630313335</cx:pt>
          <cx:pt idx="11262">56.342355530520166</cx:pt>
          <cx:pt idx="11263">52.275686462317331</cx:pt>
          <cx:pt idx="11264">22.387249700794584</cx:pt>
          <cx:pt idx="11265">64.886396248621736</cx:pt>
          <cx:pt idx="11266">61.533426141090885</cx:pt>
          <cx:pt idx="11267">42.093792007049394</cx:pt>
          <cx:pt idx="11268">58.551710192841881</cx:pt>
          <cx:pt idx="11269">51.022942813585281</cx:pt>
          <cx:pt idx="11270">56.935690612026058</cx:pt>
          <cx:pt idx="11271">56.588415634384589</cx:pt>
          <cx:pt idx="11272">44.782853215125712</cx:pt>
          <cx:pt idx="11273">62.861688068899397</cx:pt>
          <cx:pt idx="11274">55.377938962172671</cx:pt>
          <cx:pt idx="11275">25.941147376611671</cx:pt>
          <cx:pt idx="11276">38.216289877855161</cx:pt>
          <cx:pt idx="11277">60.906745944731028</cx:pt>
          <cx:pt idx="11278">36.804571245834602</cx:pt>
          <cx:pt idx="11279">33.886359556524134</cx:pt>
          <cx:pt idx="11280">49.411981407493556</cx:pt>
          <cx:pt idx="11281">61.520881206792765</cx:pt>
          <cx:pt idx="11282">24.216619377588291</cx:pt>
          <cx:pt idx="11283">50.92539710892207</cx:pt>
          <cx:pt idx="11284">54.341786768364308</cx:pt>
          <cx:pt idx="11285">41.00623156936048</cx:pt>
          <cx:pt idx="11286">56.558580165287879</cx:pt>
          <cx:pt idx="11287">63.852170271228928</cx:pt>
          <cx:pt idx="11288">47.425038922787344</cx:pt>
          <cx:pt idx="11289">46.17114714685939</cx:pt>
          <cx:pt idx="11290">39.380563955854981</cx:pt>
          <cx:pt idx="11291">53.418157873625105</cx:pt>
          <cx:pt idx="11292">50.501210534901638</cx:pt>
          <cx:pt idx="11293">55.0757412787951</cx:pt>
          <cx:pt idx="11294">47.916885088696226</cx:pt>
          <cx:pt idx="11295">55.682347311889629</cx:pt>
          <cx:pt idx="11296">52.448484660406173</cx:pt>
          <cx:pt idx="11297">64.924873990142743</cx:pt>
          <cx:pt idx="11298">65.851442336419993</cx:pt>
          <cx:pt idx="11299">61.845858929386154</cx:pt>
          <cx:pt idx="11300">58.67610741145424</cx:pt>
          <cx:pt idx="11301">46.277044549274677</cx:pt>
          <cx:pt idx="11302">43.95202875190418</cx:pt>
          <cx:pt idx="11303">29.327943898098503</cx:pt>
          <cx:pt idx="11304">54.083276037436882</cx:pt>
          <cx:pt idx="11305">58.886415456970575</cx:pt>
          <cx:pt idx="11306">56.097873321144007</cx:pt>
          <cx:pt idx="11307">40.58681319300517</cx:pt>
          <cx:pt idx="11308">46.866296342781048</cx:pt>
          <cx:pt idx="11309">45.901488150173961</cx:pt>
          <cx:pt idx="11310">45.513597154541209</cx:pt>
          <cx:pt idx="11311">36.976829539580066</cx:pt>
          <cx:pt idx="11312">54.556294097003601</cx:pt>
          <cx:pt idx="11313">54.982588585154687</cx:pt>
          <cx:pt idx="11314">57.705930459614073</cx:pt>
          <cx:pt idx="11315">49.157425121959022</cx:pt>
          <cx:pt idx="11316">62.932900765178132</cx:pt>
          <cx:pt idx="11317">53.977001665317609</cx:pt>
          <cx:pt idx="11318">43.455291639149408</cx:pt>
          <cx:pt idx="11319">67.692712865622468</cx:pt>
          <cx:pt idx="11320">51.944578958043024</cx:pt>
          <cx:pt idx="11321">53.158356525075661</cx:pt>
          <cx:pt idx="11322">34.23071755778281</cx:pt>
          <cx:pt idx="11323">32.17705755213666</cx:pt>
          <cx:pt idx="11324">63.568654518375396</cx:pt>
          <cx:pt idx="11325">57.187256691637877</cx:pt>
          <cx:pt idx="11326">45.134086257632354</cx:pt>
          <cx:pt idx="11327">29.691166722496757</cx:pt>
          <cx:pt idx="11328">58.61888308934919</cx:pt>
          <cx:pt idx="11329">37.572456064668934</cx:pt>
          <cx:pt idx="11330">45.910233028904415</cx:pt>
          <cx:pt idx="11331">38.432591379684453</cx:pt>
          <cx:pt idx="11332">61.229242414064529</cx:pt>
          <cx:pt idx="11333">38.112337070400663</cx:pt>
          <cx:pt idx="11334">44.052445989019461</cx:pt>
          <cx:pt idx="11335">62.586547385704989</cx:pt>
          <cx:pt idx="11336">37.504132127578288</cx:pt>
          <cx:pt idx="11337">54.549039935767368</cx:pt>
          <cx:pt idx="11338">44.669666300958625</cx:pt>
          <cx:pt idx="11339">64.105272478385118</cx:pt>
          <cx:pt idx="11340">63.568109250238528</cx:pt>
          <cx:pt idx="11341">58.438041835529241</cx:pt>
          <cx:pt idx="11342">48.598781808919014</cx:pt>
          <cx:pt idx="11343">64.067135042593506</cx:pt>
          <cx:pt idx="11344">41.65208252229101</cx:pt>
          <cx:pt idx="11345">64.044131783124442</cx:pt>
          <cx:pt idx="11346">50.781199365088462</cx:pt>
          <cx:pt idx="11347">51.452366958134341</cx:pt>
          <cx:pt idx="11348">64.56539732706581</cx:pt>
          <cx:pt idx="11349">54.474690930157905</cx:pt>
          <cx:pt idx="11350">41.536337859648292</cx:pt>
          <cx:pt idx="11351">63.862324780434875</cx:pt>
          <cx:pt idx="11352">64.47593585237226</cx:pt>
          <cx:pt idx="11353">51.542107837751701</cx:pt>
          <cx:pt idx="11354">59.333551250282184</cx:pt>
          <cx:pt idx="11355">52.280141559696439</cx:pt>
          <cx:pt idx="11356">52.922150218389703</cx:pt>
          <cx:pt idx="11357">55.83459607423957</cx:pt>
          <cx:pt idx="11358">42.433835681273656</cx:pt>
          <cx:pt idx="11359">66.916519503452207</cx:pt>
          <cx:pt idx="11360">58.895163843136572</cx:pt>
          <cx:pt idx="11361">51.049763829867281</cx:pt>
          <cx:pt idx="11362">55.586805930394739</cx:pt>
          <cx:pt idx="11363">49.224456468103782</cx:pt>
          <cx:pt idx="11364">58.248965033611704</cx:pt>
          <cx:pt idx="11365">58.04984264164451</cx:pt>
          <cx:pt idx="11366">50.013152389117423</cx:pt>
          <cx:pt idx="11367">53.63562126549499</cx:pt>
          <cx:pt idx="11368">45.835146902092347</cx:pt>
          <cx:pt idx="11369">52.398053506029768</cx:pt>
          <cx:pt idx="11370">32.099267582291255</cx:pt>
          <cx:pt idx="11371">54.990355835957423</cx:pt>
          <cx:pt idx="11372">66.18778992129819</cx:pt>
          <cx:pt idx="11373">39.060862590842397</cx:pt>
          <cx:pt idx="11374">49.055343611520286</cx:pt>
          <cx:pt idx="11375">63.06038064488822</cx:pt>
          <cx:pt idx="11376">61.983449317041739</cx:pt>
          <cx:pt idx="11377">63.527099852931542</cx:pt>
          <cx:pt idx="11378">45.471386496938678</cx:pt>
          <cx:pt idx="11379">37.763873694415039</cx:pt>
          <cx:pt idx="11380">58.06788087720399</cx:pt>
          <cx:pt idx="11381">45.17190277883882</cx:pt>
          <cx:pt idx="11382">50.745062382412755</cx:pt>
          <cx:pt idx="11383">39.675908973421805</cx:pt>
          <cx:pt idx="11384">48.565767402945809</cx:pt>
          <cx:pt idx="11385">43.767500375247067</cx:pt>
          <cx:pt idx="11386">45.975097400571109</cx:pt>
          <cx:pt idx="11387">48.096409752677957</cx:pt>
          <cx:pt idx="11388">49.845260853479388</cx:pt>
          <cx:pt idx="11389">60.179303062044212</cx:pt>
          <cx:pt idx="11390">61.709512614902927</cx:pt>
          <cx:pt idx="11391">54.798558743655391</cx:pt>
          <cx:pt idx="11392">50.813790184135613</cx:pt>
          <cx:pt idx="11393">64.023757645797744</cx:pt>
          <cx:pt idx="11394">38.018480747537772</cx:pt>
          <cx:pt idx="11395">59.748329689992659</cx:pt>
          <cx:pt idx="11396">63.975027353375737</cx:pt>
          <cx:pt idx="11397">60.925020700894798</cx:pt>
          <cx:pt idx="11398">40.040119197629686</cx:pt>
          <cx:pt idx="11399">47.93851847224267</cx:pt>
          <cx:pt idx="11400">64.457892406194972</cx:pt>
          <cx:pt idx="11401">44.178324988852097</cx:pt>
          <cx:pt idx="11402">61.381594697019551</cx:pt>
          <cx:pt idx="11403">58.355791099771274</cx:pt>
          <cx:pt idx="11404">45.649197245101888</cx:pt>
          <cx:pt idx="11405">53.62071334066011</cx:pt>
          <cx:pt idx="11406">56.728594490749373</cx:pt>
          <cx:pt idx="11407">53.638748982378544</cx:pt>
          <cx:pt idx="11408">49.167826771555028</cx:pt>
          <cx:pt idx="11409">28.810915271594631</cx:pt>
          <cx:pt idx="11410">61.462677913869086</cx:pt>
          <cx:pt idx="11411">59.810998318431217</cx:pt>
          <cx:pt idx="11412">51.030471530298094</cx:pt>
          <cx:pt idx="11413">58.852358844643959</cx:pt>
          <cx:pt idx="11414">50.93313760553206</cx:pt>
          <cx:pt idx="11415">64.144248738228498</cx:pt>
          <cx:pt idx="11416">38.135890556249208</cx:pt>
          <cx:pt idx="11417">52.523295565809718</cx:pt>
          <cx:pt idx="11418">58.796544952294276</cx:pt>
          <cx:pt idx="11419">46.265410932595849</cx:pt>
          <cx:pt idx="11420">53.66966885304371</cx:pt>
          <cx:pt idx="11421">28.426188884997682</cx:pt>
          <cx:pt idx="11422">66.622087547330977</cx:pt>
          <cx:pt idx="11423">42.849836296449517</cx:pt>
          <cx:pt idx="11424">47.823127378293584</cx:pt>
          <cx:pt idx="11425">61.595775827651423</cx:pt>
          <cx:pt idx="11426">65.350627404579967</cx:pt>
          <cx:pt idx="11427">59.285477371981926</cx:pt>
          <cx:pt idx="11428">52.999937766795867</cx:pt>
          <cx:pt idx="11429">63.475031461390664</cx:pt>
          <cx:pt idx="11430">51.971628975366677</cx:pt>
          <cx:pt idx="11431">52.719750545533635</cx:pt>
          <cx:pt idx="11432">64.657566355753275</cx:pt>
          <cx:pt idx="11433">37.009105430666494</cx:pt>
          <cx:pt idx="11434">60.937606641776597</cx:pt>
          <cx:pt idx="11435">63.167504277539749</cx:pt>
          <cx:pt idx="11436">65.947639338188068</cx:pt>
          <cx:pt idx="11437">44.281956092533392</cx:pt>
          <cx:pt idx="11438">52.484714505467551</cx:pt>
          <cx:pt idx="11439">54.518738820781273</cx:pt>
          <cx:pt idx="11440">52.148236385775654</cx:pt>
          <cx:pt idx="11441">37.270341237624905</cx:pt>
          <cx:pt idx="11442">55.732849175990111</cx:pt>
          <cx:pt idx="11443">59.427345059978975</cx:pt>
          <cx:pt idx="11444">40.045318930614847</cx:pt>
          <cx:pt idx="11445">62.393761776673401</cx:pt>
          <cx:pt idx="11446">37.784298010883838</cx:pt>
          <cx:pt idx="11447">48.640936267776155</cx:pt>
          <cx:pt idx="11448">46.149699656941401</cx:pt>
          <cx:pt idx="11449">52.427585176519109</cx:pt>
          <cx:pt idx="11450">54.611994050696552</cx:pt>
          <cx:pt idx="11451">44.253447200916085</cx:pt>
          <cx:pt idx="11452">55.200523291716998</cx:pt>
          <cx:pt idx="11453">36.878798764900552</cx:pt>
          <cx:pt idx="11454">44.244770273516195</cx:pt>
          <cx:pt idx="11455">54.7334477605798</cx:pt>
          <cx:pt idx="11456">59.235827568781772</cx:pt>
          <cx:pt idx="11457">48.044156956114065</cx:pt>
          <cx:pt idx="11458">64.692494594834926</cx:pt>
          <cx:pt idx="11459">74.266324804490893</cx:pt>
          <cx:pt idx="11460">50.702116992081571</cx:pt>
          <cx:pt idx="11461">50.944803506198845</cx:pt>
          <cx:pt idx="11462">52.408928249748087</cx:pt>
          <cx:pt idx="11463">49.789622179466313</cx:pt>
          <cx:pt idx="11464">44.983495983864245</cx:pt>
          <cx:pt idx="11465">62.975775602640937</cx:pt>
          <cx:pt idx="11466">67.510589075230286</cx:pt>
          <cx:pt idx="11467">42.779410886446684</cx:pt>
          <cx:pt idx="11468">38.274457595931992</cx:pt>
          <cx:pt idx="11469">45.795394809649416</cx:pt>
          <cx:pt idx="11470">51.736800833847688</cx:pt>
          <cx:pt idx="11471">65.641052140015375</cx:pt>
          <cx:pt idx="11472">67.344216025260721</cx:pt>
          <cx:pt idx="11473">57.295441958818358</cx:pt>
          <cx:pt idx="11474">54.222280526235842</cx:pt>
          <cx:pt idx="11475">61.941399259015569</cx:pt>
          <cx:pt idx="11476">57.618776628140147</cx:pt>
          <cx:pt idx="11477">53.272829156628198</cx:pt>
          <cx:pt idx="11478">48.363778225475002</cx:pt>
          <cx:pt idx="11479">47.011896840283043</cx:pt>
          <cx:pt idx="11480">46.346664716726941</cx:pt>
          <cx:pt idx="11481">45.059807372415179</cx:pt>
          <cx:pt idx="11482">51.089541087886609</cx:pt>
          <cx:pt idx="11483">46.720499594498669</cx:pt>
          <cx:pt idx="11484">40.849857729930775</cx:pt>
          <cx:pt idx="11485">54.721598191273806</cx:pt>
          <cx:pt idx="11486">55.590142716788073</cx:pt>
          <cx:pt idx="11487">51.433230172202855</cx:pt>
          <cx:pt idx="11488">49.405647102056385</cx:pt>
          <cx:pt idx="11489">39.260640017895646</cx:pt>
          <cx:pt idx="11490">49.76795668201013</cx:pt>
          <cx:pt idx="11491">36.369764651896645</cx:pt>
          <cx:pt idx="11492">46.930286894138177</cx:pt>
          <cx:pt idx="11493">37.100598664633267</cx:pt>
          <cx:pt idx="11494">42.525920289734216</cx:pt>
          <cx:pt idx="11495">53.917350195963948</cx:pt>
          <cx:pt idx="11496">44.775641097003003</cx:pt>
          <cx:pt idx="11497">61.321787555387395</cx:pt>
          <cx:pt idx="11498">47.559624273256148</cx:pt>
          <cx:pt idx="11499">61.735772978294847</cx:pt>
          <cx:pt idx="11500">37.971960341625191</cx:pt>
          <cx:pt idx="11501">43.253442847181525</cx:pt>
          <cx:pt idx="11502">48.169406522645268</cx:pt>
          <cx:pt idx="11503">55.289376752132497</cx:pt>
          <cx:pt idx="11504">57.317046370354085</cx:pt>
          <cx:pt idx="11505">61.256086508743309</cx:pt>
          <cx:pt idx="11506">51.579662751681234</cx:pt>
          <cx:pt idx="11507">45.242528319804819</cx:pt>
          <cx:pt idx="11508">45.819452950491268</cx:pt>
          <cx:pt idx="11509">41.855901836647867</cx:pt>
          <cx:pt idx="11510">46.067505172328559</cx:pt>
          <cx:pt idx="11511">65.020043587138076</cx:pt>
          <cx:pt idx="11512">56.617566106212806</cx:pt>
          <cx:pt idx="11513">59.852826911856383</cx:pt>
          <cx:pt idx="11514">43.749791427152886</cx:pt>
          <cx:pt idx="11515">51.411768045457301</cx:pt>
          <cx:pt idx="11516">70.917554088758379</cx:pt>
          <cx:pt idx="11517">49.499462137707603</cx:pt>
          <cx:pt idx="11518">42.125894739024751</cx:pt>
          <cx:pt idx="11519">47.438293921200739</cx:pt>
          <cx:pt idx="11520">60.446337875899339</cx:pt>
          <cx:pt idx="11521">48.698385857870079</cx:pt>
          <cx:pt idx="11522">47.70070526309901</cx:pt>
          <cx:pt idx="11523">50.2221421767767</cx:pt>
          <cx:pt idx="11524">48.403879528290531</cx:pt>
          <cx:pt idx="11525">48.341954899158139</cx:pt>
          <cx:pt idx="11526">50.261872822664735</cx:pt>
          <cx:pt idx="11527">49.323412554773292</cx:pt>
          <cx:pt idx="11528">70.1808269490719</cx:pt>
          <cx:pt idx="11529">43.567974956420422</cx:pt>
          <cx:pt idx="11530">65.406023806187804</cx:pt>
          <cx:pt idx="11531">39.313157813440391</cx:pt>
          <cx:pt idx="11532">39.274257009486533</cx:pt>
          <cx:pt idx="11533">72.535884720345152</cx:pt>
          <cx:pt idx="11534">55.117844983111063</cx:pt>
          <cx:pt idx="11535">49.75365057784277</cx:pt>
          <cx:pt idx="11536">39.478094077466842</cx:pt>
          <cx:pt idx="11537">46.706185669571063</cx:pt>
          <cx:pt idx="11538">56.613969532077419</cx:pt>
          <cx:pt idx="11539">42.013091996795929</cx:pt>
          <cx:pt idx="11540">47.72074259533786</cx:pt>
          <cx:pt idx="11541">31.756166547685865</cx:pt>
          <cx:pt idx="11542">40.164864625835108</cx:pt>
          <cx:pt idx="11543">35.340521525586283</cx:pt>
          <cx:pt idx="11544">65.269394996208504</cx:pt>
          <cx:pt idx="11545">47.744736363100664</cx:pt>
          <cx:pt idx="11546">36.717042252069568</cx:pt>
          <cx:pt idx="11547">67.313276827040653</cx:pt>
          <cx:pt idx="11548">57.494972120545171</cx:pt>
          <cx:pt idx="11549">58.423692460055307</cx:pt>
          <cx:pt idx="11550">45.228501974052683</cx:pt>
          <cx:pt idx="11551">55.88289384850755</cx:pt>
          <cx:pt idx="11552">49.361634217942239</cx:pt>
          <cx:pt idx="11553">65.705360327347961</cx:pt>
          <cx:pt idx="11554">72.533880341503703</cx:pt>
          <cx:pt idx="11555">49.184295558632186</cx:pt>
          <cx:pt idx="11556">61.733450604287512</cx:pt>
          <cx:pt idx="11557">54.712016641365423</cx:pt>
          <cx:pt idx="11558">65.254243072479511</cx:pt>
          <cx:pt idx="11559">39.440913765513585</cx:pt>
          <cx:pt idx="11560">58.38431217217358</cx:pt>
          <cx:pt idx="11561">51.497375605595856</cx:pt>
          <cx:pt idx="11562">60.052008305979761</cx:pt>
          <cx:pt idx="11563">60.779822570180535</cx:pt>
          <cx:pt idx="11564">45.159750779871914</cx:pt>
          <cx:pt idx="11565">33.682569786346377</cx:pt>
          <cx:pt idx="11566">51.234092587336491</cx:pt>
          <cx:pt idx="11567">43.168328261922795</cx:pt>
          <cx:pt idx="11568">68.213710688623479</cx:pt>
          <cx:pt idx="11569">47.836581066388945</cx:pt>
          <cx:pt idx="11570">44.469674144096068</cx:pt>
          <cx:pt idx="11571">56.019110419278917</cx:pt>
          <cx:pt idx="11572">50.723137312065148</cx:pt>
          <cx:pt idx="11573">51.563195323310445</cx:pt>
          <cx:pt idx="11574">34.316901198639101</cx:pt>
          <cx:pt idx="11575">66.784388890497667</cx:pt>
          <cx:pt idx="11576">51.590953538605902</cx:pt>
          <cx:pt idx="11577">48.792292997450637</cx:pt>
          <cx:pt idx="11578">44.754334777459036</cx:pt>
          <cx:pt idx="11579">36.018177867601089</cx:pt>
          <cx:pt idx="11580">57.239948114734851</cx:pt>
          <cx:pt idx="11581">48.427432088087016</cx:pt>
          <cx:pt idx="11582">48.718402057489705</cx:pt>
          <cx:pt idx="11583">59.599536517719983</cx:pt>
          <cx:pt idx="11584">48.498265975268524</cx:pt>
          <cx:pt idx="11585">45.531621230160468</cx:pt>
          <cx:pt idx="11586">55.829434356269118</cx:pt>
          <cx:pt idx="11587">48.341930851121795</cx:pt>
          <cx:pt idx="11588">47.979740727247204</cx:pt>
          <cx:pt idx="11589">37.514496921390865</cx:pt>
          <cx:pt idx="11590">64.09158172787096</cx:pt>
          <cx:pt idx="11591">50.84961277762708</cx:pt>
          <cx:pt idx="11592">40.552881363902742</cx:pt>
          <cx:pt idx="11593">51.939633176186049</cx:pt>
          <cx:pt idx="11594">46.302987858901524</cx:pt>
          <cx:pt idx="11595">50.078154950984519</cx:pt>
          <cx:pt idx="11596">48.171053465655149</cx:pt>
          <cx:pt idx="11597">53.332624114884347</cx:pt>
          <cx:pt idx="11598">37.863491229886293</cx:pt>
          <cx:pt idx="11599">62.489034405907702</cx:pt>
          <cx:pt idx="11600">71.047016793930993</cx:pt>
          <cx:pt idx="11601">68.532564763204419</cx:pt>
          <cx:pt idx="11602">42.270978591514996</cx:pt>
          <cx:pt idx="11603">60.027599599899304</cx:pt>
          <cx:pt idx="11604">33.464035112684904</cx:pt>
          <cx:pt idx="11605">42.885427236341336</cx:pt>
          <cx:pt idx="11606">55.277610868268937</cx:pt>
          <cx:pt idx="11607">30.243225381025866</cx:pt>
          <cx:pt idx="11608">63.828512886132316</cx:pt>
          <cx:pt idx="11609">52.008325225493188</cx:pt>
          <cx:pt idx="11610">46.089555544059422</cx:pt>
          <cx:pt idx="11611">57.105752048377575</cx:pt>
          <cx:pt idx="11612">35.417163916987903</cx:pt>
          <cx:pt idx="11613">36.610697932780184</cx:pt>
          <cx:pt idx="11614">43.615805074918129</cx:pt>
          <cx:pt idx="11615">45.3190499668518</cx:pt>
          <cx:pt idx="11616">42.732673118956654</cx:pt>
          <cx:pt idx="11617">69.918588869733043</cx:pt>
          <cx:pt idx="11618">54.789038439395625</cx:pt>
          <cx:pt idx="11619">35.676641255467153</cx:pt>
          <cx:pt idx="11620">40.713596366265463</cx:pt>
          <cx:pt idx="11621">19.097891606206154</cx:pt>
          <cx:pt idx="11622">34.428635293370832</cx:pt>
          <cx:pt idx="11623">47.702129479061689</cx:pt>
          <cx:pt idx="11624">45.906322214163147</cx:pt>
          <cx:pt idx="11625">44.891226457368788</cx:pt>
          <cx:pt idx="11626">57.210787610318761</cx:pt>
          <cx:pt idx="11627">47.674175183277995</cx:pt>
          <cx:pt idx="11628">46.333393201760273</cx:pt>
          <cx:pt idx="11629">43.947435385173712</cx:pt>
          <cx:pt idx="11630">38.588634427819024</cx:pt>
          <cx:pt idx="11631">46.444605616351645</cx:pt>
          <cx:pt idx="11632">55.723710214528317</cx:pt>
          <cx:pt idx="11633">51.975606130604412</cx:pt>
          <cx:pt idx="11634">50.846735133077892</cx:pt>
          <cx:pt idx="11635">37.205622001968877</cx:pt>
          <cx:pt idx="11636">49.520822553670108</cx:pt>
          <cx:pt idx="11637">58.282476448305317</cx:pt>
          <cx:pt idx="11638">46.242736715396717</cx:pt>
          <cx:pt idx="11639">55.127318975306409</cx:pt>
          <cx:pt idx="11640">48.362734968510829</cx:pt>
          <cx:pt idx="11641">66.65972477396619</cx:pt>
          <cx:pt idx="11642">61.457144525033705</cx:pt>
          <cx:pt idx="11643">39.850183665936761</cx:pt>
          <cx:pt idx="11644">57.333866833700711</cx:pt>
          <cx:pt idx="11645">56.2291199826034</cx:pt>
          <cx:pt idx="11646">35.15982686938468</cx:pt>
          <cx:pt idx="11647">38.849911670094116</cx:pt>
          <cx:pt idx="11648">62.813880306421112</cx:pt>
          <cx:pt idx="11649">55.707085351218176</cx:pt>
          <cx:pt idx="11650">54.538871237933833</cx:pt>
          <cx:pt idx="11651">45.30924412578505</cx:pt>
          <cx:pt idx="11652">52.695367343295921</cx:pt>
          <cx:pt idx="11653">44.934995524964869</cx:pt>
          <cx:pt idx="11654">44.834633581009626</cx:pt>
          <cx:pt idx="11655">48.054846231578601</cx:pt>
          <cx:pt idx="11656">66.158873985420911</cx:pt>
          <cx:pt idx="11657">74.223669948693271</cx:pt>
          <cx:pt idx="11658">61.849614082685775</cx:pt>
          <cx:pt idx="11659">52.535138238168727</cx:pt>
          <cx:pt idx="11660">64.813555043618678</cx:pt>
          <cx:pt idx="11661">33.781467699927539</cx:pt>
          <cx:pt idx="11662">68.925563792948282</cx:pt>
          <cx:pt idx="11663">40.616720548593626</cx:pt>
          <cx:pt idx="11664">48.350098326944511</cx:pt>
          <cx:pt idx="11665">48.752192143727335</cx:pt>
          <cx:pt idx="11666">40.288408014489484</cx:pt>
          <cx:pt idx="11667">52.058949334843263</cx:pt>
          <cx:pt idx="11668">47.146318840574359</cx:pt>
          <cx:pt idx="11669">41.206756579977935</cx:pt>
          <cx:pt idx="11670">54.926224108946208</cx:pt>
          <cx:pt idx="11671">55.157961194984935</cx:pt>
          <cx:pt idx="11672">38.73135316790151</cx:pt>
          <cx:pt idx="11673">50.668783493012718</cx:pt>
          <cx:pt idx="11674">39.613941377488892</cx:pt>
          <cx:pt idx="11675">47.43979531749882</cx:pt>
          <cx:pt idx="11676">56.292497227962926</cx:pt>
          <cx:pt idx="11677">34.871933845364666</cx:pt>
          <cx:pt idx="11678">53.957283829912605</cx:pt>
          <cx:pt idx="11679">36.868671446493892</cx:pt>
          <cx:pt idx="11680">47.943869994099636</cx:pt>
          <cx:pt idx="11681">63.509343845464102</cx:pt>
          <cx:pt idx="11682">52.751710423434176</cx:pt>
          <cx:pt idx="11683">43.514877944138114</cx:pt>
          <cx:pt idx="11684">56.562035122292272</cx:pt>
          <cx:pt idx="11685">58.4204445831881</cx:pt>
          <cx:pt idx="11686">58.916591366231003</cx:pt>
          <cx:pt idx="11687">58.426327409022164</cx:pt>
          <cx:pt idx="11688">44.421663114774859</cx:pt>
          <cx:pt idx="11689">43.281249902381646</cx:pt>
          <cx:pt idx="11690">62.587673212695933</cx:pt>
          <cx:pt idx="11691">62.760517203368103</cx:pt>
          <cx:pt idx="11692">43.011662037964328</cx:pt>
          <cx:pt idx="11693">39.585490773574207</cx:pt>
          <cx:pt idx="11694">59.649841635177062</cx:pt>
          <cx:pt idx="11695">59.378130991979916</cx:pt>
          <cx:pt idx="11696">52.385251936384222</cx:pt>
          <cx:pt idx="11697">59.157630763893593</cx:pt>
          <cx:pt idx="11698">52.149159295977128</cx:pt>
          <cx:pt idx="11699">60.174335120155092</cx:pt>
          <cx:pt idx="11700">43.974012286564673</cx:pt>
          <cx:pt idx="11701">49.248332838383256</cx:pt>
          <cx:pt idx="11702">47.790841242103355</cx:pt>
          <cx:pt idx="11703">46.236406211323207</cx:pt>
          <cx:pt idx="11704">41.374154919207989</cx:pt>
          <cx:pt idx="11705">32.09747809499126</cx:pt>
          <cx:pt idx="11706">42.989753491886788</cx:pt>
          <cx:pt idx="11707">31.27604399445617</cx:pt>
          <cx:pt idx="11708">62.163067291436079</cx:pt>
          <cx:pt idx="11709">47.338971755723016</cx:pt>
          <cx:pt idx="11710">42.08416358351451</cx:pt>
          <cx:pt idx="11711">57.788526301312146</cx:pt>
          <cx:pt idx="11712">57.359930740629061</cx:pt>
          <cx:pt idx="11713">47.664135061474745</cx:pt>
          <cx:pt idx="11714">58.195812420854509</cx:pt>
          <cx:pt idx="11715">59.288368302539808</cx:pt>
          <cx:pt idx="11716">52.898960388015901</cx:pt>
          <cx:pt idx="11717">47.157043336495995</cx:pt>
          <cx:pt idx="11718">37.24860499821478</cx:pt>
          <cx:pt idx="11719">60.108323467059222</cx:pt>
          <cx:pt idx="11720">47.662622379487587</cx:pt>
          <cx:pt idx="11721">54.623163434443732</cx:pt>
          <cx:pt idx="11722">60.299523834336135</cx:pt>
          <cx:pt idx="11723">42.042643331443976</cx:pt>
          <cx:pt idx="11724">40.076992948613153</cx:pt>
          <cx:pt idx="11725">57.120044134426671</cx:pt>
          <cx:pt idx="11726">44.592417788437672</cx:pt>
          <cx:pt idx="11727">31.117405530878241</cx:pt>
          <cx:pt idx="11728">27.114183584360436</cx:pt>
          <cx:pt idx="11729">44.18060326436693</cx:pt>
          <cx:pt idx="11730">36.844075680920668</cx:pt>
          <cx:pt idx="11731">45.120363138120247</cx:pt>
          <cx:pt idx="11732">69.498602479966863</cx:pt>
          <cx:pt idx="11733">44.332902138685505</cx:pt>
          <cx:pt idx="11734">61.153057425987612</cx:pt>
          <cx:pt idx="11735">40.996829153715034</cx:pt>
          <cx:pt idx="11736">33.735678033586659</cx:pt>
          <cx:pt idx="11737">52.376882575185228</cx:pt>
          <cx:pt idx="11738">58.809514897072788</cx:pt>
          <cx:pt idx="11739">50.488128386861227</cx:pt>
          <cx:pt idx="11740">46.275401654500591</cx:pt>
          <cx:pt idx="11741">28.453650423941852</cx:pt>
          <cx:pt idx="11742">43.697985621511776</cx:pt>
          <cx:pt idx="11743">32.002496625196038</cx:pt>
          <cx:pt idx="11744">46.476184324526841</cx:pt>
          <cx:pt idx="11745">63.124424972716483</cx:pt>
          <cx:pt idx="11746">33.180651588667793</cx:pt>
          <cx:pt idx="11747">53.497091565061382</cx:pt>
          <cx:pt idx="11748">50.984235593363934</cx:pt>
          <cx:pt idx="11749">65.382421094429318</cx:pt>
          <cx:pt idx="11750">50.579658695402578</cx:pt>
          <cx:pt idx="11751">42.864000519109801</cx:pt>
          <cx:pt idx="11752">54.339437618993543</cx:pt>
          <cx:pt idx="11753">60.9979201147531</cx:pt>
          <cx:pt idx="11754">56.097884462843744</cx:pt>
          <cx:pt idx="11755">57.266545688897871</cx:pt>
          <cx:pt idx="11756">54.315821025816717</cx:pt>
          <cx:pt idx="11757">54.432574394218577</cx:pt>
          <cx:pt idx="11758">47.550760362332369</cx:pt>
          <cx:pt idx="11759">36.785366541994236</cx:pt>
          <cx:pt idx="11760">38.776943734488071</cx:pt>
          <cx:pt idx="11761">63.647924874153105</cx:pt>
          <cx:pt idx="11762">56.917628281270993</cx:pt>
          <cx:pt idx="11763">49.104566333051963</cx:pt>
          <cx:pt idx="11764">38.389846831558749</cx:pt>
          <cx:pt idx="11765">57.066006349037877</cx:pt>
          <cx:pt idx="11766">38.316084450040492</cx:pt>
          <cx:pt idx="11767">66.639371576175819</cx:pt>
          <cx:pt idx="11768">44.377492070428652</cx:pt>
          <cx:pt idx="11769">39.560552779986558</cx:pt>
          <cx:pt idx="11770">64.54763100633987</cx:pt>
          <cx:pt idx="11771">68.582912165744688</cx:pt>
          <cx:pt idx="11772">39.852326854558314</cx:pt>
          <cx:pt idx="11773">54.913576917774932</cx:pt>
          <cx:pt idx="11774">47.38125806777785</cx:pt>
          <cx:pt idx="11775">50.674160073923765</cx:pt>
          <cx:pt idx="11776">50.515247052706954</cx:pt>
          <cx:pt idx="11777">39.366694846916921</cx:pt>
          <cx:pt idx="11778">32.535577288900285</cx:pt>
          <cx:pt idx="11779">46.558631987235621</cx:pt>
          <cx:pt idx="11780">54.786795594909812</cx:pt>
          <cx:pt idx="11781">47.020135353483951</cx:pt>
          <cx:pt idx="11782">62.730695147151629</cx:pt>
          <cx:pt idx="11783">40.516670585376474</cx:pt>
          <cx:pt idx="11784">58.725014737955362</cx:pt>
          <cx:pt idx="11785">61.020118689515776</cx:pt>
          <cx:pt idx="11786">53.269848173977344</cx:pt>
          <cx:pt idx="11787">54.613405529937232</cx:pt>
          <cx:pt idx="11788">41.607176851554001</cx:pt>
          <cx:pt idx="11789">49.331890178910136</cx:pt>
          <cx:pt idx="11790">40.749507831781301</cx:pt>
          <cx:pt idx="11791">54.603408261889015</cx:pt>
          <cx:pt idx="11792">40.397068226561323</cx:pt>
          <cx:pt idx="11793">26.18046200186712</cx:pt>
          <cx:pt idx="11794">36.864856043118557</cx:pt>
          <cx:pt idx="11795">52.823346096076968</cx:pt>
          <cx:pt idx="11796">54.716855855684599</cx:pt>
          <cx:pt idx="11797">71.113363510422772</cx:pt>
          <cx:pt idx="11798">45.810790089311197</cx:pt>
          <cx:pt idx="11799">39.339751574428028</cx:pt>
          <cx:pt idx="11800">27.72787042964195</cx:pt>
          <cx:pt idx="11801">63.028937247879853</cx:pt>
          <cx:pt idx="11802">56.398128178369198</cx:pt>
          <cx:pt idx="11803">44.21963942183573</cx:pt>
          <cx:pt idx="11804">41.053005640025759</cx:pt>
          <cx:pt idx="11805">52.819211066058401</cx:pt>
          <cx:pt idx="11806">40.208460716656745</cx:pt>
          <cx:pt idx="11807">69.480669457277997</cx:pt>
          <cx:pt idx="11808">61.973535307082791</cx:pt>
          <cx:pt idx="11809">45.708177687435558</cx:pt>
          <cx:pt idx="11810">58.688231006520198</cx:pt>
          <cx:pt idx="11811">55.00419290896231</cx:pt>
          <cx:pt idx="11812">67.602274884963833</cx:pt>
          <cx:pt idx="11813">59.514296574199534</cx:pt>
          <cx:pt idx="11814">35.831702394929167</cx:pt>
          <cx:pt idx="11815">43.93846107172056</cx:pt>
          <cx:pt idx="11816">51.099938916595264</cx:pt>
          <cx:pt idx="11817">52.119185729447892</cx:pt>
          <cx:pt idx="11818">51.589048022793008</cx:pt>
          <cx:pt idx="11819">49.795135233809241</cx:pt>
          <cx:pt idx="11820">44.510372894374399</cx:pt>
          <cx:pt idx="11821">40.021159119206757</cx:pt>
          <cx:pt idx="11822">46.572333139869677</cx:pt>
          <cx:pt idx="11823">63.951645708062514</cx:pt>
          <cx:pt idx="11824">49.851418950447446</cx:pt>
          <cx:pt idx="11825">30.962178421711361</cx:pt>
          <cx:pt idx="11826">47.297844675348408</cx:pt>
          <cx:pt idx="11827">59.22385076911025</cx:pt>
          <cx:pt idx="11828">33.264917571609729</cx:pt>
          <cx:pt idx="11829">44.46899267198755</cx:pt>
          <cx:pt idx="11830">60.269963263957628</cx:pt>
          <cx:pt idx="11831">68.988725715800939</cx:pt>
          <cx:pt idx="11832">57.408280050692696</cx:pt>
          <cx:pt idx="11833">54.082111888113992</cx:pt>
          <cx:pt idx="11834">53.813951933165782</cx:pt>
          <cx:pt idx="11835">48.787566222959235</cx:pt>
          <cx:pt idx="11836">51.273178851564552</cx:pt>
          <cx:pt idx="11837">48.51562537302582</cx:pt>
          <cx:pt idx="11838">60.824364254452576</cx:pt>
          <cx:pt idx="11839">49.158568424685491</cx:pt>
          <cx:pt idx="11840">57.66369723849219</cx:pt>
          <cx:pt idx="11841">56.149891647730769</cx:pt>
          <cx:pt idx="11842">40.806180732224519</cx:pt>
          <cx:pt idx="11843">48.551646375046971</cx:pt>
          <cx:pt idx="11844">63.992953788853455</cx:pt>
          <cx:pt idx="11845">56.751052928063139</cx:pt>
          <cx:pt idx="11846">38.308916723703959</cx:pt>
          <cx:pt idx="11847">59.417585129510051</cx:pt>
          <cx:pt idx="11848">60.918320291413998</cx:pt>
          <cx:pt idx="11849">40.392048642387721</cx:pt>
          <cx:pt idx="11850">47.426954089422992</cx:pt>
          <cx:pt idx="11851">66.296668505358269</cx:pt>
          <cx:pt idx="11852">32.108105871794677</cx:pt>
          <cx:pt idx="11853">67.280928354687262</cx:pt>
          <cx:pt idx="11854">59.101407253822003</cx:pt>
          <cx:pt idx="11855">69.378919305941068</cx:pt>
          <cx:pt idx="11856">45.226453707468494</cx:pt>
          <cx:pt idx="11857">40.885129313156455</cx:pt>
          <cx:pt idx="11858">37.582058163878827</cx:pt>
          <cx:pt idx="11859">49.222956243200692</cx:pt>
          <cx:pt idx="11860">37.359245108281009</cx:pt>
          <cx:pt idx="11861">47.93195194080139</cx:pt>
          <cx:pt idx="11862">57.306730102209634</cx:pt>
          <cx:pt idx="11863">51.210799646287811</cx:pt>
          <cx:pt idx="11864">51.040231276382137</cx:pt>
          <cx:pt idx="11865">52.142228131261589</cx:pt>
          <cx:pt idx="11866">56.21234540328765</cx:pt>
          <cx:pt idx="11867">39.987688333893132</cx:pt>
          <cx:pt idx="11868">43.905345798112414</cx:pt>
          <cx:pt idx="11869">60.86061842061109</cx:pt>
          <cx:pt idx="11870">43.699662338522408</cx:pt>
          <cx:pt idx="11871">63.381115063632855</cx:pt>
          <cx:pt idx="11872">60.040703922964248</cx:pt>
          <cx:pt idx="11873">64.852867741734372</cx:pt>
          <cx:pt idx="11874">48.799652053814491</cx:pt>
          <cx:pt idx="11875">66.667594967410693</cx:pt>
          <cx:pt idx="11876">30.053172787572006</cx:pt>
          <cx:pt idx="11877">48.645063298949069</cx:pt>
          <cx:pt idx="11878">49.792140493607782</cx:pt>
          <cx:pt idx="11879">42.345804103394379</cx:pt>
          <cx:pt idx="11880">46.075836023380134</cx:pt>
          <cx:pt idx="11881">64.480985474332357</cx:pt>
          <cx:pt idx="11882">54.525300316238706</cx:pt>
          <cx:pt idx="11883">37.052076738618169</cx:pt>
          <cx:pt idx="11884">46.516602617462773</cx:pt>
          <cx:pt idx="11885">66.017456496613249</cx:pt>
          <cx:pt idx="11886">51.844923325413887</cx:pt>
          <cx:pt idx="11887">57.562918042581124</cx:pt>
          <cx:pt idx="11888">46.015929322549844</cx:pt>
          <cx:pt idx="11889">50.528390991776014</cx:pt>
          <cx:pt idx="11890">53.820879490162767</cx:pt>
          <cx:pt idx="11891">46.775746155427363</cx:pt>
          <cx:pt idx="11892">40.935184022390722</cx:pt>
          <cx:pt idx="11893">39.602695469647614</cx:pt>
          <cx:pt idx="11894">51.809910521496867</cx:pt>
          <cx:pt idx="11895">54.271247145999908</cx:pt>
          <cx:pt idx="11896">60.508433186757323</cx:pt>
          <cx:pt idx="11897">60.796728226540004</cx:pt>
          <cx:pt idx="11898">48.40176007744391</cx:pt>
          <cx:pt idx="11899">47.95670399679377</cx:pt>
          <cx:pt idx="11900">46.920275436147023</cx:pt>
          <cx:pt idx="11901">62.869573749799542</cx:pt>
          <cx:pt idx="11902">48.881793276750344</cx:pt>
          <cx:pt idx="11903">59.057610502056988</cx:pt>
          <cx:pt idx="11904">51.123990955242867</cx:pt>
          <cx:pt idx="11905">47.524810923571152</cx:pt>
          <cx:pt idx="11906">53.437962115821712</cx:pt>
          <cx:pt idx="11907">63.365357184012503</cx:pt>
          <cx:pt idx="11908">36.445547543916291</cx:pt>
          <cx:pt idx="11909">52.838549935445869</cx:pt>
          <cx:pt idx="11910">51.521857399248887</cx:pt>
          <cx:pt idx="11911">56.718871378660978</cx:pt>
          <cx:pt idx="11912">54.718479014825526</cx:pt>
          <cx:pt idx="11913">56.717544136608907</cx:pt>
          <cx:pt idx="11914">47.602531314507154</cx:pt>
          <cx:pt idx="11915">41.525877120223548</cx:pt>
          <cx:pt idx="11916">42.865786776367351</cx:pt>
          <cx:pt idx="11917">58.39025375315191</cx:pt>
          <cx:pt idx="11918">48.113934349024063</cx:pt>
          <cx:pt idx="11919">49.783839077578044</cx:pt>
          <cx:pt idx="11920">29.012904536627296</cx:pt>
          <cx:pt idx="11921">54.48567105378536</cx:pt>
          <cx:pt idx="11922">69.935476472019417</cx:pt>
          <cx:pt idx="11923">72.442645413899655</cx:pt>
          <cx:pt idx="11924">59.301650838281645</cx:pt>
          <cx:pt idx="11925">58.497589022855607</cx:pt>
          <cx:pt idx="11926">50.179678427565989</cx:pt>
          <cx:pt idx="11927">33.169342261998324</cx:pt>
          <cx:pt idx="11928">52.034562034758622</cx:pt>
          <cx:pt idx="11929">42.74938449196982</cx:pt>
          <cx:pt idx="11930">55.652677364359008</cx:pt>
          <cx:pt idx="11931">47.635223599343391</cx:pt>
          <cx:pt idx="11932">41.096136967307309</cx:pt>
          <cx:pt idx="11933">40.215308210001503</cx:pt>
          <cx:pt idx="11934">38.030450159677059</cx:pt>
          <cx:pt idx="11935">47.474506641421463</cx:pt>
          <cx:pt idx="11936">45.513337529653391</cx:pt>
          <cx:pt idx="11937">65.959317463205053</cx:pt>
          <cx:pt idx="11938">46.83327293973371</cx:pt>
          <cx:pt idx="11939">45.94904725313242</cx:pt>
          <cx:pt idx="11940">70.180400912119865</cx:pt>
          <cx:pt idx="11941">59.154283695725638</cx:pt>
          <cx:pt idx="11942">56.41505024795719</cx:pt>
          <cx:pt idx="11943">43.202531328327225</cx:pt>
          <cx:pt idx="11944">45.269516983899003</cx:pt>
          <cx:pt idx="11945">50.433861155435096</cx:pt>
          <cx:pt idx="11946">22.541021638481244</cx:pt>
          <cx:pt idx="11947">52.534916323866724</cx:pt>
          <cx:pt idx="11948">44.50684198626859</cx:pt>
          <cx:pt idx="11949">45.957465056659686</cx:pt>
          <cx:pt idx="11950">56.388151218801362</cx:pt>
          <cx:pt idx="11951">44.995144169407098</cx:pt>
          <cx:pt idx="11952">49.729339286793113</cx:pt>
          <cx:pt idx="11953">51.938613619358122</cx:pt>
          <cx:pt idx="11954">46.917018278439571</cx:pt>
          <cx:pt idx="11955">40.083364058370755</cx:pt>
          <cx:pt idx="11956">62.815540539480239</cx:pt>
          <cx:pt idx="11957">52.051428080292403</cx:pt>
          <cx:pt idx="11958">41.700328113983325</cx:pt>
          <cx:pt idx="11959">61.073867330641249</cx:pt>
          <cx:pt idx="11960">45.792707301576719</cx:pt>
          <cx:pt idx="11961">62.137378610121587</cx:pt>
          <cx:pt idx="11962">57.847142625841748</cx:pt>
          <cx:pt idx="11963">48.87200876300804</cx:pt>
          <cx:pt idx="11964">57.682443106254823</cx:pt>
          <cx:pt idx="11965">38.038712385488481</cx:pt>
          <cx:pt idx="11966">51.996683719723308</cx:pt>
          <cx:pt idx="11967">49.825102060276421</cx:pt>
          <cx:pt idx="11968">32.11814703088924</cx:pt>
          <cx:pt idx="11969">57.991144843745715</cx:pt>
          <cx:pt idx="11970">56.963453792162035</cx:pt>
          <cx:pt idx="11971">39.207142399384054</cx:pt>
          <cx:pt idx="11972">26.564468036531078</cx:pt>
          <cx:pt idx="11973">65.292607935387707</cx:pt>
          <cx:pt idx="11974">41.062765483525034</cx:pt>
          <cx:pt idx="11975">43.316720292065668</cx:pt>
          <cx:pt idx="11976">58.384049224505119</cx:pt>
          <cx:pt idx="11977">39.54534496358805</cx:pt>
          <cx:pt idx="11978">55.453184857918018</cx:pt>
          <cx:pt idx="11979">47.499251343143285</cx:pt>
          <cx:pt idx="11980">48.872189276030767</cx:pt>
          <cx:pt idx="11981">54.438490888603091</cx:pt>
          <cx:pt idx="11982">58.573574844022367</cx:pt>
          <cx:pt idx="11983">45.249223190477593</cx:pt>
          <cx:pt idx="11984">56.669836834309578</cx:pt>
          <cx:pt idx="11985">38.591908122292587</cx:pt>
          <cx:pt idx="11986">55.187770230237589</cx:pt>
          <cx:pt idx="11987">55.111506065063047</cx:pt>
          <cx:pt idx="11988">43.854792930293478</cx:pt>
          <cx:pt idx="11989">70.886085967785235</cx:pt>
          <cx:pt idx="11990">72.823156350164339</cx:pt>
          <cx:pt idx="11991">67.866169845628747</cx:pt>
          <cx:pt idx="11992">60.940056917758689</cx:pt>
          <cx:pt idx="11993">69.179693434917112</cx:pt>
          <cx:pt idx="11994">48.377992056249319</cx:pt>
          <cx:pt idx="11995">53.394599830170378</cx:pt>
          <cx:pt idx="11996">47.441140734183243</cx:pt>
          <cx:pt idx="11997">49.028019708618388</cx:pt>
          <cx:pt idx="11998">58.310730274974624</cx:pt>
          <cx:pt idx="11999">60.155903869549775</cx:pt>
        </cx:lvl>
      </cx:numDim>
    </cx:data>
  </cx:chartData>
  <cx:chart>
    <cx:plotArea>
      <cx:plotAreaRegion>
        <cx:series layoutId="clusteredColumn" uniqueId="{1CAAA2D3-E8FD-434A-AE78-24C8938A954E}">
          <cx:tx>
            <cx:txData>
              <cx:f>Sheet1!$A$1</cx:f>
              <cx:v>Series1</cx:v>
            </cx:txData>
          </cx:tx>
          <cx:dataId val="0"/>
          <cx:layoutPr>
            <cx:binning intervalClosed="r"/>
          </cx:layoutPr>
        </cx:series>
      </cx:plotAreaRegion>
      <cx:axis id="0" hidden="1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7/11/2016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6"/>
            <a:ext cx="12192000" cy="6858000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4" y="1131152"/>
            <a:ext cx="4593715" cy="4593715"/>
          </a:xfrm>
          <a:prstGeom prst="rect">
            <a:avLst/>
          </a:prstGeom>
        </p:spPr>
      </p:pic>
      <p:sp>
        <p:nvSpPr>
          <p:cNvPr id="10" name="Rectangle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378" y="246887"/>
            <a:ext cx="5861321" cy="63779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36924" y="4220801"/>
            <a:ext cx="4215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36924" y="857675"/>
            <a:ext cx="4566230" cy="3437782"/>
          </a:xfrm>
        </p:spPr>
        <p:txBody>
          <a:bodyPr>
            <a:normAutofit/>
          </a:bodyPr>
          <a:lstStyle/>
          <a:p>
            <a:r>
              <a:rPr lang="en-US" sz="4800" dirty="0"/>
              <a:t>INTRO TO ANALYTICAL MATHEMATICS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6924" y="4356635"/>
            <a:ext cx="4535850" cy="1543422"/>
          </a:xfrm>
        </p:spPr>
        <p:txBody>
          <a:bodyPr>
            <a:normAutofit/>
          </a:bodyPr>
          <a:lstStyle/>
          <a:p>
            <a:r>
              <a:rPr lang="en-US" dirty="0"/>
              <a:t>statistics and probability</a:t>
            </a:r>
          </a:p>
          <a:p>
            <a:r>
              <a:rPr lang="en-US" dirty="0"/>
              <a:t>central moments</a:t>
            </a:r>
          </a:p>
        </p:txBody>
      </p:sp>
    </p:spTree>
    <p:extLst>
      <p:ext uri="{BB962C8B-B14F-4D97-AF65-F5344CB8AC3E}">
        <p14:creationId xmlns:p14="http://schemas.microsoft.com/office/powerpoint/2010/main" val="142027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WHAT DOES IT MEAN TO BE NORMAL?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2" name="Content Placeholder 1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803091"/>
                  </p:ext>
                </p:extLst>
              </p:nvPr>
            </p:nvGraphicFramePr>
            <p:xfrm>
              <a:off x="1143000" y="1700784"/>
              <a:ext cx="9872663" cy="396849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2" name="Content Placeholder 11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000" y="1700784"/>
                <a:ext cx="9872663" cy="3968496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2005780" y="2306406"/>
            <a:ext cx="161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5780" y="3198807"/>
            <a:ext cx="1943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MEDIAN?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5780" y="4091208"/>
            <a:ext cx="161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MODE?</a:t>
            </a:r>
          </a:p>
        </p:txBody>
      </p:sp>
    </p:spTree>
    <p:extLst>
      <p:ext uri="{BB962C8B-B14F-4D97-AF65-F5344CB8AC3E}">
        <p14:creationId xmlns:p14="http://schemas.microsoft.com/office/powerpoint/2010/main" val="381118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5230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MEDIAN</a:t>
            </a:r>
          </a:p>
        </p:txBody>
      </p:sp>
      <p:grpSp>
        <p:nvGrpSpPr>
          <p:cNvPr id="52" name="Number Line"/>
          <p:cNvGrpSpPr/>
          <p:nvPr/>
        </p:nvGrpSpPr>
        <p:grpSpPr>
          <a:xfrm>
            <a:off x="2636776" y="3311715"/>
            <a:ext cx="6918468" cy="234579"/>
            <a:chOff x="2157046" y="3540486"/>
            <a:chExt cx="6918468" cy="23457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157046" y="3540486"/>
              <a:ext cx="6918468" cy="0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5704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2046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288387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24729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61070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397412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433753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70095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506436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42778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79242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615583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651925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8266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724608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61474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797816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834157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870499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906840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Oval 52"/>
          <p:cNvSpPr/>
          <p:nvPr/>
        </p:nvSpPr>
        <p:spPr>
          <a:xfrm>
            <a:off x="2725946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3809082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262742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448789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171922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910475" y="2461741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2841430" y="2531690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21240" y="2528572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83934" y="254061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9384" y="253144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7898" y="253144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52078" y="2533772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19</a:t>
            </a:r>
          </a:p>
        </p:txBody>
      </p:sp>
      <p:sp>
        <p:nvSpPr>
          <p:cNvPr id="66" name="Oval 65"/>
          <p:cNvSpPr/>
          <p:nvPr/>
        </p:nvSpPr>
        <p:spPr>
          <a:xfrm>
            <a:off x="6727291" y="2461636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775060" y="2531690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21129" y="3859456"/>
            <a:ext cx="327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middle observation.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21129" y="4154279"/>
            <a:ext cx="327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That’s it.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21129" y="4449102"/>
            <a:ext cx="427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No, really.  There’s nothing more to it.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V="1">
            <a:off x="6752164" y="3097038"/>
            <a:ext cx="141005" cy="642624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>
            <a:glow rad="63500">
              <a:schemeClr val="bg1">
                <a:alpha val="93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9264" y="4110797"/>
            <a:ext cx="2655607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median is nothing more than the data point that has half the other data points below it and half the other data points above it.</a:t>
            </a:r>
          </a:p>
        </p:txBody>
      </p:sp>
      <p:sp>
        <p:nvSpPr>
          <p:cNvPr id="74" name="Left Brace 73"/>
          <p:cNvSpPr/>
          <p:nvPr/>
        </p:nvSpPr>
        <p:spPr>
          <a:xfrm rot="5400000">
            <a:off x="4724453" y="179713"/>
            <a:ext cx="285685" cy="3719993"/>
          </a:xfrm>
          <a:prstGeom prst="lef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Left Brace 74"/>
          <p:cNvSpPr/>
          <p:nvPr/>
        </p:nvSpPr>
        <p:spPr>
          <a:xfrm rot="5400000">
            <a:off x="8098070" y="1088795"/>
            <a:ext cx="285685" cy="1901829"/>
          </a:xfrm>
          <a:prstGeom prst="leftBrac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3962400" y="1534543"/>
            <a:ext cx="194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half are below it...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9508" y="1534543"/>
            <a:ext cx="270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…and half are above it.</a:t>
            </a:r>
          </a:p>
        </p:txBody>
      </p:sp>
    </p:spTree>
    <p:extLst>
      <p:ext uri="{BB962C8B-B14F-4D97-AF65-F5344CB8AC3E}">
        <p14:creationId xmlns:p14="http://schemas.microsoft.com/office/powerpoint/2010/main" val="24856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" presetClass="emph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68" grpId="0"/>
      <p:bldP spid="69" grpId="0"/>
      <p:bldP spid="70" grpId="0"/>
      <p:bldP spid="73" grpId="0" animBg="1"/>
      <p:bldP spid="74" grpId="0" animBg="1"/>
      <p:bldP spid="75" grpId="0" animBg="1"/>
      <p:bldP spid="76" grpId="0"/>
      <p:bldP spid="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95324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MODE</a:t>
            </a:r>
          </a:p>
        </p:txBody>
      </p:sp>
      <p:grpSp>
        <p:nvGrpSpPr>
          <p:cNvPr id="52" name="Number Line"/>
          <p:cNvGrpSpPr/>
          <p:nvPr/>
        </p:nvGrpSpPr>
        <p:grpSpPr>
          <a:xfrm>
            <a:off x="2636776" y="3311715"/>
            <a:ext cx="6918468" cy="234579"/>
            <a:chOff x="2157046" y="3540486"/>
            <a:chExt cx="6918468" cy="23457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157046" y="3540486"/>
              <a:ext cx="6918468" cy="0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5704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2046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288387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24729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61070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397412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433753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70095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506436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42778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79242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615583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651925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8266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724608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61474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797816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834157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870499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906840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Oval 52"/>
          <p:cNvSpPr/>
          <p:nvPr/>
        </p:nvSpPr>
        <p:spPr>
          <a:xfrm>
            <a:off x="2725946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3809082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5256271" y="2467655"/>
            <a:ext cx="569179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448789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171922" y="246765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910475" y="2461741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2841430" y="2531690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21240" y="2528572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83934" y="254061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9384" y="253144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7898" y="2531444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52078" y="2533772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19</a:t>
            </a:r>
          </a:p>
        </p:txBody>
      </p:sp>
      <p:sp>
        <p:nvSpPr>
          <p:cNvPr id="66" name="Oval 65"/>
          <p:cNvSpPr/>
          <p:nvPr/>
        </p:nvSpPr>
        <p:spPr>
          <a:xfrm>
            <a:off x="6727291" y="2461636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775060" y="2531690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21129" y="3859456"/>
            <a:ext cx="3275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value we have the most observations for.</a:t>
            </a:r>
          </a:p>
          <a:p>
            <a:endParaRPr lang="en-US" dirty="0"/>
          </a:p>
          <a:p>
            <a:r>
              <a:rPr lang="en-US" dirty="0"/>
              <a:t>There are 2 nines, and 1 of each other number.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5818979" y="3094398"/>
            <a:ext cx="933185" cy="645264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>
            <a:glow rad="63500">
              <a:schemeClr val="bg1">
                <a:alpha val="93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9264" y="4110797"/>
            <a:ext cx="286889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mode is the value that has the most instances (observations).</a:t>
            </a:r>
          </a:p>
        </p:txBody>
      </p:sp>
      <p:sp>
        <p:nvSpPr>
          <p:cNvPr id="78" name="Oval 77"/>
          <p:cNvSpPr/>
          <p:nvPr/>
        </p:nvSpPr>
        <p:spPr>
          <a:xfrm>
            <a:off x="5256271" y="181261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5377463" y="188557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6981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8" grpId="0"/>
      <p:bldP spid="73" grpId="0" animBg="1"/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95324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AVERAGE</a:t>
            </a:r>
          </a:p>
        </p:txBody>
      </p:sp>
      <p:grpSp>
        <p:nvGrpSpPr>
          <p:cNvPr id="52" name="Number Line"/>
          <p:cNvGrpSpPr/>
          <p:nvPr/>
        </p:nvGrpSpPr>
        <p:grpSpPr>
          <a:xfrm>
            <a:off x="2636776" y="3311715"/>
            <a:ext cx="6918468" cy="234579"/>
            <a:chOff x="2157046" y="3540486"/>
            <a:chExt cx="6918468" cy="23457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157046" y="3540486"/>
              <a:ext cx="6918468" cy="0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5704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2046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288387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24729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61070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397412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433753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70095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506436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42778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79242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615583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651925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8266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724608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61474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797816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834157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870499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906840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5521129" y="3859456"/>
            <a:ext cx="327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what’s an average?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21128" y="4357284"/>
            <a:ext cx="327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There’s no one answer.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28987" y="4855112"/>
            <a:ext cx="327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I’ll give you some of the more common types of average.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1127" y="5629939"/>
            <a:ext cx="327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You’ve seen some of them before….</a:t>
            </a:r>
          </a:p>
        </p:txBody>
      </p:sp>
    </p:spTree>
    <p:extLst>
      <p:ext uri="{BB962C8B-B14F-4D97-AF65-F5344CB8AC3E}">
        <p14:creationId xmlns:p14="http://schemas.microsoft.com/office/powerpoint/2010/main" val="35647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50" grpId="0"/>
      <p:bldP spid="51" grpId="0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95324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AVERAGE: MEANS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0331" y="2707467"/>
            <a:ext cx="227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mean is this: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936124" y="1899490"/>
                <a:ext cx="3808094" cy="1615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124" y="1899490"/>
                <a:ext cx="3808094" cy="1615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1460331" y="3515445"/>
            <a:ext cx="1915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there are MUCH easier ways of writing 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0331" y="4877421"/>
            <a:ext cx="1915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these go with the different types of means.</a:t>
            </a:r>
          </a:p>
        </p:txBody>
      </p:sp>
    </p:spTree>
    <p:extLst>
      <p:ext uri="{BB962C8B-B14F-4D97-AF65-F5344CB8AC3E}">
        <p14:creationId xmlns:p14="http://schemas.microsoft.com/office/powerpoint/2010/main" val="53673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3" grpId="0"/>
      <p:bldP spid="53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5230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AVERAGE: ARITHMETIC MEAN</a:t>
            </a:r>
          </a:p>
        </p:txBody>
      </p:sp>
      <p:grpSp>
        <p:nvGrpSpPr>
          <p:cNvPr id="52" name="Number Line"/>
          <p:cNvGrpSpPr/>
          <p:nvPr/>
        </p:nvGrpSpPr>
        <p:grpSpPr>
          <a:xfrm>
            <a:off x="4137324" y="3112424"/>
            <a:ext cx="6918468" cy="234579"/>
            <a:chOff x="2157046" y="3540486"/>
            <a:chExt cx="6918468" cy="23457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157046" y="3540486"/>
              <a:ext cx="6918468" cy="0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5704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2046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288387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24729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61070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397412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433753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70095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506436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42778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79242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615583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651925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8266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724608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61474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797816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834157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870499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906840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Oval 52"/>
          <p:cNvSpPr/>
          <p:nvPr/>
        </p:nvSpPr>
        <p:spPr>
          <a:xfrm>
            <a:off x="4226494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0963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76329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949337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967247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411023" y="2262450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341978" y="2332399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1788" y="2329281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84482" y="234132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9932" y="233215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8446" y="233215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2626" y="2334481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19</a:t>
            </a:r>
          </a:p>
        </p:txBody>
      </p:sp>
      <p:sp>
        <p:nvSpPr>
          <p:cNvPr id="66" name="Oval 65"/>
          <p:cNvSpPr/>
          <p:nvPr/>
        </p:nvSpPr>
        <p:spPr>
          <a:xfrm>
            <a:off x="8227839" y="226234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8275608" y="2332399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4644" y="3972936"/>
            <a:ext cx="427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arithmetic mean is right about here.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7913071" y="3259017"/>
            <a:ext cx="82062" cy="65249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>
            <a:glow rad="63500">
              <a:schemeClr val="bg1">
                <a:alpha val="93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83048" y="3493608"/>
            <a:ext cx="2655607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arithmetic mean is the average we all learned in school.  </a:t>
            </a:r>
          </a:p>
          <a:p>
            <a:r>
              <a:rPr lang="en-US" sz="2000" dirty="0"/>
              <a:t>Sum up the values and divide that sum by the count of observations.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5601" y="4832436"/>
            <a:ext cx="4279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the mean as something like a numeric fulcrum.  It’s where the line balances when these observations are sitting on it.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5580" y="4402686"/>
            <a:ext cx="427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may be no actual number here.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7811424" y="3309867"/>
            <a:ext cx="339970" cy="527304"/>
          </a:xfrm>
          <a:prstGeom prst="triangle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7588060" y="2268364"/>
            <a:ext cx="562708" cy="562708"/>
          </a:xfrm>
          <a:prstGeom prst="ellips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7612383" y="2397033"/>
            <a:ext cx="51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Libre Baskerville" panose="02000000000000000000" pitchFamily="2" charset="0"/>
              </a:rPr>
              <a:t>11.4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477690" y="2092994"/>
                <a:ext cx="2708833" cy="11901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90" y="2092994"/>
                <a:ext cx="2708833" cy="1190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11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3" grpId="0" animBg="1"/>
      <p:bldP spid="65" grpId="0"/>
      <p:bldP spid="71" grpId="0"/>
      <p:bldP spid="79" grpId="0" animBg="1"/>
      <p:bldP spid="80" grpId="0"/>
      <p:bldP spid="8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5230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AVERAGE: GEOMETRIC MEAN</a:t>
            </a:r>
          </a:p>
        </p:txBody>
      </p:sp>
      <p:grpSp>
        <p:nvGrpSpPr>
          <p:cNvPr id="52" name="Number Line"/>
          <p:cNvGrpSpPr/>
          <p:nvPr/>
        </p:nvGrpSpPr>
        <p:grpSpPr>
          <a:xfrm>
            <a:off x="4137324" y="3112424"/>
            <a:ext cx="6918468" cy="234579"/>
            <a:chOff x="2157046" y="3540486"/>
            <a:chExt cx="6918468" cy="234579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2157046" y="3540486"/>
              <a:ext cx="6918468" cy="0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215704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252046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288387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324729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61070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397412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433753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470095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5064366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427781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579242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615583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651925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6882669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7246084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761474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797816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834157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8704990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9068405" y="3540486"/>
              <a:ext cx="7109" cy="234579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Oval 52"/>
          <p:cNvSpPr/>
          <p:nvPr/>
        </p:nvSpPr>
        <p:spPr>
          <a:xfrm>
            <a:off x="4226494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30963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76329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949337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9672470" y="2268364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10411023" y="2262450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341978" y="2332399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1788" y="2329281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84482" y="234132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9932" y="233215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8446" y="2332153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2626" y="2334481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19</a:t>
            </a:r>
          </a:p>
        </p:txBody>
      </p:sp>
      <p:sp>
        <p:nvSpPr>
          <p:cNvPr id="66" name="Oval 65"/>
          <p:cNvSpPr/>
          <p:nvPr/>
        </p:nvSpPr>
        <p:spPr>
          <a:xfrm>
            <a:off x="8227839" y="2262345"/>
            <a:ext cx="56270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8275608" y="2332399"/>
            <a:ext cx="5167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44644" y="3972936"/>
            <a:ext cx="427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geometric mean is right about here.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7325998" y="3309867"/>
            <a:ext cx="669135" cy="60164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  <a:effectLst>
            <a:glow rad="63500">
              <a:schemeClr val="bg1">
                <a:alpha val="93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83048" y="3493608"/>
            <a:ext cx="2655607" cy="27084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The geometric mean is an average used when outliers are a problem.</a:t>
            </a:r>
          </a:p>
          <a:p>
            <a:r>
              <a:rPr lang="en-US" sz="2000" dirty="0"/>
              <a:t>That’s why we often look at the geometric mean of something like inpatient length of stay.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5601" y="4832436"/>
            <a:ext cx="42793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 the arithmetic mean, it’s a numeric fulcrum, balancing the line.  </a:t>
            </a:r>
          </a:p>
          <a:p>
            <a:endParaRPr lang="en-US" dirty="0"/>
          </a:p>
          <a:p>
            <a:r>
              <a:rPr lang="en-US" dirty="0"/>
              <a:t>The difference: it’s not swayed as much by outliers.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5580" y="4402686"/>
            <a:ext cx="4279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may be no actual number here.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7811424" y="3309867"/>
            <a:ext cx="339970" cy="527304"/>
          </a:xfrm>
          <a:prstGeom prst="triangle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978464" y="2268364"/>
            <a:ext cx="562708" cy="562708"/>
          </a:xfrm>
          <a:prstGeom prst="ellipse">
            <a:avLst/>
          </a:prstGeom>
          <a:gradFill>
            <a:gsLst>
              <a:gs pos="0">
                <a:schemeClr val="accent2">
                  <a:alpha val="24000"/>
                </a:schemeClr>
              </a:gs>
              <a:gs pos="90000">
                <a:schemeClr val="accent2">
                  <a:shade val="100000"/>
                  <a:satMod val="105000"/>
                </a:schemeClr>
              </a:gs>
              <a:gs pos="100000">
                <a:schemeClr val="accent2">
                  <a:shade val="80000"/>
                  <a:satMod val="120000"/>
                </a:schemeClr>
              </a:gs>
            </a:gsLst>
          </a:gradFill>
          <a:ln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7002787" y="2397033"/>
            <a:ext cx="516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Libre Baskerville" panose="02000000000000000000" pitchFamily="2" charset="0"/>
              </a:rPr>
              <a:t>9.2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0471" y="1673009"/>
                <a:ext cx="2652136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nary>
                            <m:naryPr>
                              <m:chr m:val="∏"/>
                              <m:subHide m:val="on"/>
                              <m:supHide m:val="on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ra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71" y="1673009"/>
                <a:ext cx="2652136" cy="1636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59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3" grpId="0" animBg="1"/>
      <p:bldP spid="65" grpId="0"/>
      <p:bldP spid="71" grpId="0"/>
      <p:bldP spid="79" grpId="0" animBg="1"/>
      <p:bldP spid="8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531" b="43220"/>
          <a:stretch/>
        </p:blipFill>
        <p:spPr>
          <a:xfrm>
            <a:off x="-195324" y="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442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Economica" panose="02000506040000020004" pitchFamily="2" charset="0"/>
              </a:rPr>
              <a:t>THE AVERAGE: OTHER MEANS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0331" y="2707467"/>
            <a:ext cx="227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arithmetic mean and geometric mean formulas come from this.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936124" y="1899490"/>
                <a:ext cx="3808094" cy="1615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124" y="1899490"/>
                <a:ext cx="3808094" cy="1615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1460331" y="4103698"/>
            <a:ext cx="191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Arithmetic mean: m=1.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332" y="4945931"/>
            <a:ext cx="191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Geometric mean: m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dirty="0"/>
              <a:t>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23779" y="2707466"/>
            <a:ext cx="1915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other means that come from this when m has other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3779" y="4182563"/>
            <a:ext cx="19159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Quadratic mean (m=2),</a:t>
            </a:r>
          </a:p>
          <a:p>
            <a:r>
              <a:rPr lang="en-US" dirty="0"/>
              <a:t>Harmonic mean (m=-1).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6588" y="4148015"/>
            <a:ext cx="2468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But, there’s another type of arithmetic mean that arises frequently.</a:t>
            </a:r>
          </a:p>
        </p:txBody>
      </p:sp>
    </p:spTree>
    <p:extLst>
      <p:ext uri="{BB962C8B-B14F-4D97-AF65-F5344CB8AC3E}">
        <p14:creationId xmlns:p14="http://schemas.microsoft.com/office/powerpoint/2010/main" val="1678438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3" grpId="0"/>
      <p:bldP spid="54" grpId="0"/>
      <p:bldP spid="8" grpId="0"/>
      <p:bldP spid="9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160</TotalTime>
  <Words>425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Corbel</vt:lpstr>
      <vt:lpstr>Economica</vt:lpstr>
      <vt:lpstr>Wingdings</vt:lpstr>
      <vt:lpstr>Libre Baskerville</vt:lpstr>
      <vt:lpstr>Cambria Math</vt:lpstr>
      <vt:lpstr>Basis</vt:lpstr>
      <vt:lpstr>INTRO TO ANALYTICAL MATHEMATICS</vt:lpstr>
      <vt:lpstr>WHAT DOES IT MEAN TO BE NORMAL?</vt:lpstr>
      <vt:lpstr>THE MEDIAN</vt:lpstr>
      <vt:lpstr>THE MODE</vt:lpstr>
      <vt:lpstr>THE AVERAGE</vt:lpstr>
      <vt:lpstr>THE AVERAGE: MEANS</vt:lpstr>
      <vt:lpstr>THE AVERAGE: ARITHMETIC MEAN</vt:lpstr>
      <vt:lpstr>THE AVERAGE: GEOMETRIC MEAN</vt:lpstr>
      <vt:lpstr>THE AVERAGE: OTHER MEANS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ANALYTICAL MATHEMATICS</dc:title>
  <dc:creator>Dustin Burt</dc:creator>
  <cp:lastModifiedBy>Dustin Burt</cp:lastModifiedBy>
  <cp:revision>24</cp:revision>
  <dcterms:created xsi:type="dcterms:W3CDTF">2016-06-20T03:32:07Z</dcterms:created>
  <dcterms:modified xsi:type="dcterms:W3CDTF">2016-07-11T07:43:49Z</dcterms:modified>
</cp:coreProperties>
</file>